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6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99EF856-AC90-4564-8EBD-55366754311E}" type="doc">
      <dgm:prSet loTypeId="urn:microsoft.com/office/officeart/2011/layout/TabList" loCatId="officeonline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9DC1AF0F-5627-48C4-92E2-BEED241B0336}">
      <dgm:prSet phldrT="[Text]"/>
      <dgm:spPr/>
      <dgm:t>
        <a:bodyPr/>
        <a:lstStyle/>
        <a:p>
          <a:r>
            <a:rPr lang="vi-VN" dirty="0"/>
            <a:t>Giáo viên</a:t>
          </a:r>
          <a:endParaRPr lang="en-US" dirty="0"/>
        </a:p>
      </dgm:t>
    </dgm:pt>
    <dgm:pt modelId="{747015D0-BED0-4A30-BACC-6A65AFB8379E}" type="parTrans" cxnId="{1B5D350D-C72D-4219-B97D-055A56798CBA}">
      <dgm:prSet/>
      <dgm:spPr/>
      <dgm:t>
        <a:bodyPr/>
        <a:lstStyle/>
        <a:p>
          <a:endParaRPr lang="en-US"/>
        </a:p>
      </dgm:t>
    </dgm:pt>
    <dgm:pt modelId="{687EB21E-800E-4147-A3A3-9604D6126422}" type="sibTrans" cxnId="{1B5D350D-C72D-4219-B97D-055A56798CBA}">
      <dgm:prSet/>
      <dgm:spPr/>
      <dgm:t>
        <a:bodyPr/>
        <a:lstStyle/>
        <a:p>
          <a:endParaRPr lang="en-US"/>
        </a:p>
      </dgm:t>
    </dgm:pt>
    <dgm:pt modelId="{147AB34D-59FF-44C5-A5C8-2B0C967E2D9F}">
      <dgm:prSet phldrT="[Text]" custT="1"/>
      <dgm:spPr/>
      <dgm:t>
        <a:bodyPr/>
        <a:lstStyle/>
        <a:p>
          <a:r>
            <a:rPr lang="en-US" sz="1300" dirty="0" err="1"/>
            <a:t>Tạo</a:t>
          </a:r>
          <a:r>
            <a:rPr lang="en-US" sz="1300" dirty="0"/>
            <a:t> </a:t>
          </a:r>
          <a:r>
            <a:rPr lang="en-US" sz="1300" dirty="0" err="1"/>
            <a:t>và</a:t>
          </a:r>
          <a:r>
            <a:rPr lang="en-US" sz="1300" dirty="0"/>
            <a:t> </a:t>
          </a:r>
          <a:r>
            <a:rPr lang="en-US" sz="1300" dirty="0" err="1"/>
            <a:t>giao</a:t>
          </a:r>
          <a:r>
            <a:rPr lang="en-US" sz="1300" dirty="0"/>
            <a:t> </a:t>
          </a:r>
          <a:r>
            <a:rPr lang="en-US" sz="1300" dirty="0" err="1"/>
            <a:t>bài</a:t>
          </a:r>
          <a:r>
            <a:rPr lang="en-US" sz="1300" dirty="0"/>
            <a:t> </a:t>
          </a:r>
          <a:r>
            <a:rPr lang="en-US" sz="1300" dirty="0" err="1"/>
            <a:t>tập</a:t>
          </a:r>
          <a:r>
            <a:rPr lang="en-US" sz="1300" dirty="0"/>
            <a:t> </a:t>
          </a:r>
          <a:r>
            <a:rPr lang="en-US" sz="1300" dirty="0" err="1"/>
            <a:t>trên</a:t>
          </a:r>
          <a:r>
            <a:rPr lang="en-US" sz="1300" dirty="0"/>
            <a:t> Onluyen.vn</a:t>
          </a:r>
        </a:p>
      </dgm:t>
    </dgm:pt>
    <dgm:pt modelId="{4374EC61-D0C6-4B45-A135-B930276BB375}" type="parTrans" cxnId="{BEED9FED-4724-40FD-9CFF-40CE0F88E124}">
      <dgm:prSet/>
      <dgm:spPr/>
      <dgm:t>
        <a:bodyPr/>
        <a:lstStyle/>
        <a:p>
          <a:endParaRPr lang="en-US"/>
        </a:p>
      </dgm:t>
    </dgm:pt>
    <dgm:pt modelId="{6C98533C-5435-4183-A196-54CCDE278952}" type="sibTrans" cxnId="{BEED9FED-4724-40FD-9CFF-40CE0F88E124}">
      <dgm:prSet/>
      <dgm:spPr/>
      <dgm:t>
        <a:bodyPr/>
        <a:lstStyle/>
        <a:p>
          <a:endParaRPr lang="en-US"/>
        </a:p>
      </dgm:t>
    </dgm:pt>
    <dgm:pt modelId="{ABD4C2C9-6F4F-42A2-AE3C-F2CCCC749FF0}">
      <dgm:prSet phldrT="[Text]"/>
      <dgm:spPr/>
      <dgm:t>
        <a:bodyPr/>
        <a:lstStyle/>
        <a:p>
          <a:r>
            <a:rPr lang="vi-VN" dirty="0"/>
            <a:t>Học sinh</a:t>
          </a:r>
          <a:endParaRPr lang="en-US" dirty="0"/>
        </a:p>
      </dgm:t>
    </dgm:pt>
    <dgm:pt modelId="{9F07507B-1975-4195-8516-7ED4E819C830}" type="parTrans" cxnId="{EEB72708-ACA8-4A2B-8557-2811906AB57C}">
      <dgm:prSet/>
      <dgm:spPr/>
      <dgm:t>
        <a:bodyPr/>
        <a:lstStyle/>
        <a:p>
          <a:endParaRPr lang="en-US"/>
        </a:p>
      </dgm:t>
    </dgm:pt>
    <dgm:pt modelId="{E931E690-94BD-4E5F-B774-3ECB251DC225}" type="sibTrans" cxnId="{EEB72708-ACA8-4A2B-8557-2811906AB57C}">
      <dgm:prSet/>
      <dgm:spPr/>
      <dgm:t>
        <a:bodyPr/>
        <a:lstStyle/>
        <a:p>
          <a:endParaRPr lang="en-US"/>
        </a:p>
      </dgm:t>
    </dgm:pt>
    <dgm:pt modelId="{24E38F67-EBB1-4BC3-94E8-D34AF2EF7551}">
      <dgm:prSet phldrT="[Text]" phldr="1"/>
      <dgm:spPr/>
      <dgm:t>
        <a:bodyPr/>
        <a:lstStyle/>
        <a:p>
          <a:endParaRPr lang="en-US" dirty="0"/>
        </a:p>
      </dgm:t>
    </dgm:pt>
    <dgm:pt modelId="{32753080-A18F-488A-8396-27563E4A692D}" type="parTrans" cxnId="{1F29FE8A-C905-4927-BCC3-2A5F9A57A3F9}">
      <dgm:prSet/>
      <dgm:spPr/>
      <dgm:t>
        <a:bodyPr/>
        <a:lstStyle/>
        <a:p>
          <a:endParaRPr lang="en-US"/>
        </a:p>
      </dgm:t>
    </dgm:pt>
    <dgm:pt modelId="{DB733C8A-76CB-4400-A02E-3AC0BE95B0F1}" type="sibTrans" cxnId="{1F29FE8A-C905-4927-BCC3-2A5F9A57A3F9}">
      <dgm:prSet/>
      <dgm:spPr/>
      <dgm:t>
        <a:bodyPr/>
        <a:lstStyle/>
        <a:p>
          <a:endParaRPr lang="en-US"/>
        </a:p>
      </dgm:t>
    </dgm:pt>
    <dgm:pt modelId="{7208A333-CD6D-492D-B80B-CA2C57B3D271}">
      <dgm:prSet phldrT="[Text]" custT="1"/>
      <dgm:spPr/>
      <dgm:t>
        <a:bodyPr/>
        <a:lstStyle/>
        <a:p>
          <a:r>
            <a:rPr lang="en-US" sz="1300" dirty="0" err="1"/>
            <a:t>Làm</a:t>
          </a:r>
          <a:r>
            <a:rPr lang="en-US" sz="1300" dirty="0"/>
            <a:t> </a:t>
          </a:r>
          <a:r>
            <a:rPr lang="en-US" sz="1300" dirty="0" err="1"/>
            <a:t>bài</a:t>
          </a:r>
          <a:r>
            <a:rPr lang="en-US" sz="1300" dirty="0"/>
            <a:t> </a:t>
          </a:r>
          <a:r>
            <a:rPr lang="en-US" sz="1300" dirty="0" err="1"/>
            <a:t>và</a:t>
          </a:r>
          <a:r>
            <a:rPr lang="en-US" sz="1300" dirty="0"/>
            <a:t> </a:t>
          </a:r>
          <a:r>
            <a:rPr lang="en-US" sz="1300" dirty="0" err="1"/>
            <a:t>nộp</a:t>
          </a:r>
          <a:r>
            <a:rPr lang="en-US" sz="1300" dirty="0"/>
            <a:t> </a:t>
          </a:r>
          <a:r>
            <a:rPr lang="en-US" sz="1300" dirty="0" err="1"/>
            <a:t>kết</a:t>
          </a:r>
          <a:r>
            <a:rPr lang="en-US" sz="1300" dirty="0"/>
            <a:t> </a:t>
          </a:r>
          <a:r>
            <a:rPr lang="en-US" sz="1300" dirty="0" err="1"/>
            <a:t>quả</a:t>
          </a:r>
          <a:r>
            <a:rPr lang="en-US" sz="1300" dirty="0"/>
            <a:t> </a:t>
          </a:r>
          <a:r>
            <a:rPr lang="en-US" sz="1300" dirty="0" err="1"/>
            <a:t>trực</a:t>
          </a:r>
          <a:r>
            <a:rPr lang="en-US" sz="1300" dirty="0"/>
            <a:t> </a:t>
          </a:r>
          <a:r>
            <a:rPr lang="en-US" sz="1300" dirty="0" err="1"/>
            <a:t>tuyến</a:t>
          </a:r>
          <a:endParaRPr lang="en-US" sz="1300" dirty="0"/>
        </a:p>
      </dgm:t>
    </dgm:pt>
    <dgm:pt modelId="{0A083183-F79D-4516-AFDB-47FBE9883FD1}" type="parTrans" cxnId="{2154E142-6C87-4F4F-962E-00AC26B2CF15}">
      <dgm:prSet/>
      <dgm:spPr/>
      <dgm:t>
        <a:bodyPr/>
        <a:lstStyle/>
        <a:p>
          <a:endParaRPr lang="en-US"/>
        </a:p>
      </dgm:t>
    </dgm:pt>
    <dgm:pt modelId="{644897F9-5113-451D-93A9-E82BA82B087B}" type="sibTrans" cxnId="{2154E142-6C87-4F4F-962E-00AC26B2CF15}">
      <dgm:prSet/>
      <dgm:spPr/>
      <dgm:t>
        <a:bodyPr/>
        <a:lstStyle/>
        <a:p>
          <a:endParaRPr lang="en-US"/>
        </a:p>
      </dgm:t>
    </dgm:pt>
    <dgm:pt modelId="{A1CDDC17-A3EA-4AD6-BE63-BF08201645EB}">
      <dgm:prSet phldrT="[Text]"/>
      <dgm:spPr/>
      <dgm:t>
        <a:bodyPr/>
        <a:lstStyle/>
        <a:p>
          <a:r>
            <a:rPr lang="vi-VN" dirty="0"/>
            <a:t>Quản trị</a:t>
          </a:r>
          <a:endParaRPr lang="en-US" dirty="0"/>
        </a:p>
      </dgm:t>
    </dgm:pt>
    <dgm:pt modelId="{E2F0677D-CD6C-486E-810E-7A66FB33624B}" type="parTrans" cxnId="{A4DABA71-4CDB-44B7-86DA-635437DCC618}">
      <dgm:prSet/>
      <dgm:spPr/>
      <dgm:t>
        <a:bodyPr/>
        <a:lstStyle/>
        <a:p>
          <a:endParaRPr lang="en-US"/>
        </a:p>
      </dgm:t>
    </dgm:pt>
    <dgm:pt modelId="{B94E0701-E3DB-45B4-A57E-A525C723F46D}" type="sibTrans" cxnId="{A4DABA71-4CDB-44B7-86DA-635437DCC618}">
      <dgm:prSet/>
      <dgm:spPr/>
      <dgm:t>
        <a:bodyPr/>
        <a:lstStyle/>
        <a:p>
          <a:endParaRPr lang="en-US"/>
        </a:p>
      </dgm:t>
    </dgm:pt>
    <dgm:pt modelId="{D2932E29-962B-46A2-AA0B-3B1465E15ADB}">
      <dgm:prSet phldrT="[Text]" phldr="1"/>
      <dgm:spPr/>
      <dgm:t>
        <a:bodyPr/>
        <a:lstStyle/>
        <a:p>
          <a:endParaRPr lang="en-US"/>
        </a:p>
      </dgm:t>
    </dgm:pt>
    <dgm:pt modelId="{2A9AACB2-718E-4552-8357-11BB82A797B4}" type="parTrans" cxnId="{B94263E2-33E3-4078-84DB-785EEE5DE548}">
      <dgm:prSet/>
      <dgm:spPr/>
      <dgm:t>
        <a:bodyPr/>
        <a:lstStyle/>
        <a:p>
          <a:endParaRPr lang="en-US"/>
        </a:p>
      </dgm:t>
    </dgm:pt>
    <dgm:pt modelId="{7466AAE8-D6CF-428E-8606-417057C87031}" type="sibTrans" cxnId="{B94263E2-33E3-4078-84DB-785EEE5DE548}">
      <dgm:prSet/>
      <dgm:spPr/>
      <dgm:t>
        <a:bodyPr/>
        <a:lstStyle/>
        <a:p>
          <a:endParaRPr lang="en-US"/>
        </a:p>
      </dgm:t>
    </dgm:pt>
    <dgm:pt modelId="{92C3725E-75D0-40D4-A5EC-A7DEB1DEB375}">
      <dgm:prSet phldrT="[Text]" custT="1"/>
      <dgm:spPr/>
      <dgm:t>
        <a:bodyPr/>
        <a:lstStyle/>
        <a:p>
          <a:r>
            <a:rPr lang="en-US" sz="1200" dirty="0" err="1"/>
            <a:t>Quản</a:t>
          </a:r>
          <a:r>
            <a:rPr lang="en-US" sz="1200" dirty="0"/>
            <a:t> </a:t>
          </a:r>
          <a:r>
            <a:rPr lang="en-US" sz="1200" dirty="0" err="1"/>
            <a:t>lý</a:t>
          </a:r>
          <a:r>
            <a:rPr lang="en-US" sz="1200" dirty="0"/>
            <a:t> </a:t>
          </a:r>
          <a:r>
            <a:rPr lang="en-US" sz="1200" dirty="0" err="1"/>
            <a:t>tệp</a:t>
          </a:r>
          <a:r>
            <a:rPr lang="en-US" sz="1200" dirty="0"/>
            <a:t> </a:t>
          </a:r>
          <a:r>
            <a:rPr lang="en-US" sz="1200" dirty="0" err="1"/>
            <a:t>dữ</a:t>
          </a:r>
          <a:r>
            <a:rPr lang="en-US" sz="1200" dirty="0"/>
            <a:t> </a:t>
          </a:r>
          <a:r>
            <a:rPr lang="en-US" sz="1200" dirty="0" err="1"/>
            <a:t>liệu</a:t>
          </a:r>
          <a:r>
            <a:rPr lang="en-US" sz="1200" dirty="0"/>
            <a:t> </a:t>
          </a:r>
          <a:r>
            <a:rPr lang="en-US" sz="1200" dirty="0" err="1"/>
            <a:t>học</a:t>
          </a:r>
          <a:r>
            <a:rPr lang="en-US" sz="1200" dirty="0"/>
            <a:t> </a:t>
          </a:r>
          <a:r>
            <a:rPr lang="en-US" sz="1200" dirty="0" err="1"/>
            <a:t>tập</a:t>
          </a:r>
          <a:r>
            <a:rPr lang="en-US" sz="1200" dirty="0"/>
            <a:t> </a:t>
          </a:r>
          <a:r>
            <a:rPr lang="en-US" sz="1200" dirty="0" err="1"/>
            <a:t>theo</a:t>
          </a:r>
          <a:r>
            <a:rPr lang="en-US" sz="1200" dirty="0"/>
            <a:t> </a:t>
          </a:r>
          <a:r>
            <a:rPr lang="en-US" sz="1200" dirty="0" err="1"/>
            <a:t>khu</a:t>
          </a:r>
          <a:r>
            <a:rPr lang="en-US" sz="1200" dirty="0"/>
            <a:t> </a:t>
          </a:r>
          <a:r>
            <a:rPr lang="en-US" sz="1200" dirty="0" err="1"/>
            <a:t>vực</a:t>
          </a:r>
          <a:endParaRPr lang="en-US" sz="1200" dirty="0"/>
        </a:p>
      </dgm:t>
    </dgm:pt>
    <dgm:pt modelId="{6022E67E-DEB2-44EA-89B9-86940D6F6FBA}" type="parTrans" cxnId="{44777C56-9D74-4031-8B53-32AD61144A39}">
      <dgm:prSet/>
      <dgm:spPr/>
      <dgm:t>
        <a:bodyPr/>
        <a:lstStyle/>
        <a:p>
          <a:endParaRPr lang="en-US"/>
        </a:p>
      </dgm:t>
    </dgm:pt>
    <dgm:pt modelId="{3A835F0F-68AA-402D-B2E6-4B8CAC8E0D88}" type="sibTrans" cxnId="{44777C56-9D74-4031-8B53-32AD61144A39}">
      <dgm:prSet/>
      <dgm:spPr/>
      <dgm:t>
        <a:bodyPr/>
        <a:lstStyle/>
        <a:p>
          <a:endParaRPr lang="en-US"/>
        </a:p>
      </dgm:t>
    </dgm:pt>
    <dgm:pt modelId="{DB78F6FD-2CF2-42B4-A196-D35E8EAF2D1F}">
      <dgm:prSet phldrT="[Text]" custT="1"/>
      <dgm:spPr/>
      <dgm:t>
        <a:bodyPr/>
        <a:lstStyle/>
        <a:p>
          <a:r>
            <a:rPr lang="en-US" sz="1300" dirty="0" err="1"/>
            <a:t>Nhận</a:t>
          </a:r>
          <a:r>
            <a:rPr lang="en-US" sz="1300" dirty="0"/>
            <a:t> </a:t>
          </a:r>
          <a:r>
            <a:rPr lang="en-US" sz="1300" dirty="0" err="1"/>
            <a:t>báo</a:t>
          </a:r>
          <a:r>
            <a:rPr lang="en-US" sz="1300" dirty="0"/>
            <a:t> </a:t>
          </a:r>
          <a:r>
            <a:rPr lang="en-US" sz="1300" dirty="0" err="1"/>
            <a:t>cáo</a:t>
          </a:r>
          <a:r>
            <a:rPr lang="en-US" sz="1300" dirty="0"/>
            <a:t> </a:t>
          </a:r>
          <a:r>
            <a:rPr lang="en-US" sz="1300" dirty="0" err="1"/>
            <a:t>và</a:t>
          </a:r>
          <a:r>
            <a:rPr lang="en-US" sz="1300" dirty="0"/>
            <a:t> </a:t>
          </a:r>
          <a:r>
            <a:rPr lang="en-US" sz="1300" dirty="0" err="1"/>
            <a:t>nhận</a:t>
          </a:r>
          <a:r>
            <a:rPr lang="en-US" sz="1300" dirty="0"/>
            <a:t> </a:t>
          </a:r>
          <a:r>
            <a:rPr lang="en-US" sz="1300" dirty="0" err="1"/>
            <a:t>xét</a:t>
          </a:r>
          <a:r>
            <a:rPr lang="en-US" sz="1300" dirty="0"/>
            <a:t> </a:t>
          </a:r>
          <a:r>
            <a:rPr lang="en-US" sz="1300" dirty="0" err="1"/>
            <a:t>tự</a:t>
          </a:r>
          <a:r>
            <a:rPr lang="en-US" sz="1300" dirty="0"/>
            <a:t> </a:t>
          </a:r>
          <a:r>
            <a:rPr lang="en-US" sz="1300" dirty="0" err="1"/>
            <a:t>động</a:t>
          </a:r>
          <a:r>
            <a:rPr lang="en-US" sz="1300" dirty="0"/>
            <a:t> </a:t>
          </a:r>
          <a:r>
            <a:rPr lang="en-US" sz="1300" dirty="0" err="1"/>
            <a:t>từ</a:t>
          </a:r>
          <a:r>
            <a:rPr lang="en-US" sz="1300" dirty="0"/>
            <a:t> </a:t>
          </a:r>
          <a:r>
            <a:rPr lang="en-US" sz="1300" dirty="0" err="1"/>
            <a:t>hệ</a:t>
          </a:r>
          <a:r>
            <a:rPr lang="en-US" sz="1300" dirty="0"/>
            <a:t> </a:t>
          </a:r>
          <a:r>
            <a:rPr lang="en-US" sz="1300" dirty="0" err="1"/>
            <a:t>thống</a:t>
          </a:r>
          <a:endParaRPr lang="en-US" sz="1300" dirty="0"/>
        </a:p>
      </dgm:t>
    </dgm:pt>
    <dgm:pt modelId="{5DAFD5D5-3BD0-4FB8-9CAA-C32A4B041D23}" type="parTrans" cxnId="{B6015C73-6BD8-4EEF-90CC-C41C4A239778}">
      <dgm:prSet/>
      <dgm:spPr/>
      <dgm:t>
        <a:bodyPr/>
        <a:lstStyle/>
        <a:p>
          <a:endParaRPr lang="en-US"/>
        </a:p>
      </dgm:t>
    </dgm:pt>
    <dgm:pt modelId="{24F4CD80-0526-4524-8464-08C068512753}" type="sibTrans" cxnId="{B6015C73-6BD8-4EEF-90CC-C41C4A239778}">
      <dgm:prSet/>
      <dgm:spPr/>
      <dgm:t>
        <a:bodyPr/>
        <a:lstStyle/>
        <a:p>
          <a:endParaRPr lang="en-US"/>
        </a:p>
      </dgm:t>
    </dgm:pt>
    <dgm:pt modelId="{ABD7B06F-B275-4B46-9CED-1C4BA4DB0AA7}">
      <dgm:prSet phldrT="[Text]" custT="1"/>
      <dgm:spPr/>
      <dgm:t>
        <a:bodyPr/>
        <a:lstStyle/>
        <a:p>
          <a:r>
            <a:rPr lang="en-US" sz="1300" dirty="0" err="1"/>
            <a:t>Nhận</a:t>
          </a:r>
          <a:r>
            <a:rPr lang="en-US" sz="1300" dirty="0"/>
            <a:t> </a:t>
          </a:r>
          <a:r>
            <a:rPr lang="en-US" sz="1300" dirty="0" err="1"/>
            <a:t>phản</a:t>
          </a:r>
          <a:r>
            <a:rPr lang="en-US" sz="1300" dirty="0"/>
            <a:t> </a:t>
          </a:r>
          <a:r>
            <a:rPr lang="en-US" sz="1300" dirty="0" err="1"/>
            <a:t>hồi</a:t>
          </a:r>
          <a:r>
            <a:rPr lang="en-US" sz="1300" dirty="0"/>
            <a:t> </a:t>
          </a:r>
          <a:r>
            <a:rPr lang="en-US" sz="1300" dirty="0" err="1"/>
            <a:t>và</a:t>
          </a:r>
          <a:r>
            <a:rPr lang="en-US" sz="1300" dirty="0"/>
            <a:t> </a:t>
          </a:r>
          <a:r>
            <a:rPr lang="en-US" sz="1300" dirty="0" err="1"/>
            <a:t>gợi</a:t>
          </a:r>
          <a:r>
            <a:rPr lang="en-US" sz="1300" dirty="0"/>
            <a:t> ý </a:t>
          </a:r>
          <a:r>
            <a:rPr lang="en-US" sz="1300" dirty="0" err="1"/>
            <a:t>học</a:t>
          </a:r>
          <a:r>
            <a:rPr lang="en-US" sz="1300" dirty="0"/>
            <a:t> </a:t>
          </a:r>
          <a:r>
            <a:rPr lang="en-US" sz="1300" dirty="0" err="1"/>
            <a:t>tập</a:t>
          </a:r>
          <a:r>
            <a:rPr lang="en-US" sz="1300" dirty="0"/>
            <a:t> </a:t>
          </a:r>
          <a:r>
            <a:rPr lang="en-US" sz="1300" dirty="0" err="1"/>
            <a:t>từ</a:t>
          </a:r>
          <a:r>
            <a:rPr lang="en-US" sz="1300" dirty="0"/>
            <a:t> AI</a:t>
          </a:r>
        </a:p>
      </dgm:t>
    </dgm:pt>
    <dgm:pt modelId="{F2B8C66A-7532-49F9-92EC-3E33B3C69467}" type="parTrans" cxnId="{AF36467D-97E9-496B-AA5D-2C17AB2B627B}">
      <dgm:prSet/>
      <dgm:spPr/>
      <dgm:t>
        <a:bodyPr/>
        <a:lstStyle/>
        <a:p>
          <a:endParaRPr lang="en-US"/>
        </a:p>
      </dgm:t>
    </dgm:pt>
    <dgm:pt modelId="{A336EFEC-01F7-4FFE-AD66-94720DB87F52}" type="sibTrans" cxnId="{AF36467D-97E9-496B-AA5D-2C17AB2B627B}">
      <dgm:prSet/>
      <dgm:spPr/>
      <dgm:t>
        <a:bodyPr/>
        <a:lstStyle/>
        <a:p>
          <a:endParaRPr lang="en-US"/>
        </a:p>
      </dgm:t>
    </dgm:pt>
    <dgm:pt modelId="{029BA0AC-09EA-4EB7-98D3-7178657116F4}">
      <dgm:prSet phldrT="[Text]" custT="1"/>
      <dgm:spPr/>
      <dgm:t>
        <a:bodyPr/>
        <a:lstStyle/>
        <a:p>
          <a:r>
            <a:rPr lang="en-US" sz="1300" dirty="0"/>
            <a:t>Theo </a:t>
          </a:r>
          <a:r>
            <a:rPr lang="en-US" sz="1300" dirty="0" err="1"/>
            <a:t>dõi</a:t>
          </a:r>
          <a:r>
            <a:rPr lang="en-US" sz="1300" dirty="0"/>
            <a:t> </a:t>
          </a:r>
          <a:r>
            <a:rPr lang="en-US" sz="1300" dirty="0" err="1"/>
            <a:t>tiến</a:t>
          </a:r>
          <a:r>
            <a:rPr lang="en-US" sz="1300" dirty="0"/>
            <a:t> </a:t>
          </a:r>
          <a:r>
            <a:rPr lang="en-US" sz="1300" dirty="0" err="1"/>
            <a:t>bộ</a:t>
          </a:r>
          <a:r>
            <a:rPr lang="en-US" sz="1300" dirty="0"/>
            <a:t> qua </a:t>
          </a:r>
          <a:r>
            <a:rPr lang="en-US" sz="1300" dirty="0" err="1"/>
            <a:t>từng</a:t>
          </a:r>
          <a:r>
            <a:rPr lang="en-US" sz="1300" dirty="0"/>
            <a:t> </a:t>
          </a:r>
          <a:r>
            <a:rPr lang="en-US" sz="1300" dirty="0" err="1"/>
            <a:t>giai</a:t>
          </a:r>
          <a:r>
            <a:rPr lang="en-US" sz="1300" dirty="0"/>
            <a:t> </a:t>
          </a:r>
          <a:r>
            <a:rPr lang="en-US" sz="1300" dirty="0" err="1"/>
            <a:t>đoạn</a:t>
          </a:r>
          <a:endParaRPr lang="en-US" sz="1300" dirty="0"/>
        </a:p>
      </dgm:t>
    </dgm:pt>
    <dgm:pt modelId="{8EE50A68-639B-498D-914D-22BF9605B038}" type="parTrans" cxnId="{53E7E3D2-59F5-44DF-BEAC-6C7160B960EF}">
      <dgm:prSet/>
      <dgm:spPr/>
      <dgm:t>
        <a:bodyPr/>
        <a:lstStyle/>
        <a:p>
          <a:endParaRPr lang="en-US"/>
        </a:p>
      </dgm:t>
    </dgm:pt>
    <dgm:pt modelId="{5783705E-D687-406C-A19B-CA00B3E1C6BD}" type="sibTrans" cxnId="{53E7E3D2-59F5-44DF-BEAC-6C7160B960EF}">
      <dgm:prSet/>
      <dgm:spPr/>
      <dgm:t>
        <a:bodyPr/>
        <a:lstStyle/>
        <a:p>
          <a:endParaRPr lang="en-US"/>
        </a:p>
      </dgm:t>
    </dgm:pt>
    <dgm:pt modelId="{211A7D96-2A28-4CF8-BFC6-0AB88DF8CC7A}">
      <dgm:prSet phldrT="[Text]" custT="1"/>
      <dgm:spPr/>
      <dgm:t>
        <a:bodyPr/>
        <a:lstStyle/>
        <a:p>
          <a:r>
            <a:rPr lang="vi-VN" sz="1300" dirty="0"/>
            <a:t>Theo dõi tiến độ và chất lượng học sinh</a:t>
          </a:r>
          <a:endParaRPr lang="en-US" sz="1300" dirty="0"/>
        </a:p>
      </dgm:t>
    </dgm:pt>
    <dgm:pt modelId="{921E1862-3E44-4ED1-BD9B-EB0C85083F13}" type="parTrans" cxnId="{D54A5364-AAFA-4F82-9163-D1F1F3A1B23C}">
      <dgm:prSet/>
      <dgm:spPr/>
      <dgm:t>
        <a:bodyPr/>
        <a:lstStyle/>
        <a:p>
          <a:endParaRPr lang="en-US"/>
        </a:p>
      </dgm:t>
    </dgm:pt>
    <dgm:pt modelId="{793AD29F-CF18-43EB-A9EB-B66631488152}" type="sibTrans" cxnId="{D54A5364-AAFA-4F82-9163-D1F1F3A1B23C}">
      <dgm:prSet/>
      <dgm:spPr/>
      <dgm:t>
        <a:bodyPr/>
        <a:lstStyle/>
        <a:p>
          <a:endParaRPr lang="en-US"/>
        </a:p>
      </dgm:t>
    </dgm:pt>
    <dgm:pt modelId="{8C7CC498-D2D7-4D55-BDD0-86AB3923A628}">
      <dgm:prSet phldrT="[Text]" custT="1"/>
      <dgm:spPr/>
      <dgm:t>
        <a:bodyPr/>
        <a:lstStyle/>
        <a:p>
          <a:r>
            <a:rPr lang="vi-VN" sz="1200" dirty="0"/>
            <a:t>Tổng hợp, thống kê và so sánh kết quả các trường</a:t>
          </a:r>
          <a:endParaRPr lang="en-US" sz="1200" dirty="0"/>
        </a:p>
      </dgm:t>
    </dgm:pt>
    <dgm:pt modelId="{0D630F89-A7C2-4BC0-8F0E-16245546362A}" type="parTrans" cxnId="{BB95451C-C7EA-4EB1-A978-6D29C3C8FD01}">
      <dgm:prSet/>
      <dgm:spPr/>
      <dgm:t>
        <a:bodyPr/>
        <a:lstStyle/>
        <a:p>
          <a:endParaRPr lang="en-US"/>
        </a:p>
      </dgm:t>
    </dgm:pt>
    <dgm:pt modelId="{BF6BC52F-9BAC-45A1-B4EB-29E3B9FDE58A}" type="sibTrans" cxnId="{BB95451C-C7EA-4EB1-A978-6D29C3C8FD01}">
      <dgm:prSet/>
      <dgm:spPr/>
      <dgm:t>
        <a:bodyPr/>
        <a:lstStyle/>
        <a:p>
          <a:endParaRPr lang="en-US"/>
        </a:p>
      </dgm:t>
    </dgm:pt>
    <dgm:pt modelId="{1858D4FA-8BEA-4971-B2BB-7B7098F648BC}">
      <dgm:prSet phldrT="[Text]" custT="1"/>
      <dgm:spPr/>
      <dgm:t>
        <a:bodyPr/>
        <a:lstStyle/>
        <a:p>
          <a:r>
            <a:rPr lang="en-US" sz="1200" dirty="0"/>
            <a:t>Sinh </a:t>
          </a:r>
          <a:r>
            <a:rPr lang="en-US" sz="1200" dirty="0" err="1"/>
            <a:t>báo</a:t>
          </a:r>
          <a:r>
            <a:rPr lang="en-US" sz="1200" dirty="0"/>
            <a:t> </a:t>
          </a:r>
          <a:r>
            <a:rPr lang="en-US" sz="1200" dirty="0" err="1"/>
            <a:t>cáo</a:t>
          </a:r>
          <a:r>
            <a:rPr lang="en-US" sz="1200" dirty="0"/>
            <a:t> </a:t>
          </a:r>
          <a:r>
            <a:rPr lang="en-US" sz="1200" dirty="0" err="1"/>
            <a:t>tổng</a:t>
          </a:r>
          <a:r>
            <a:rPr lang="en-US" sz="1200" dirty="0"/>
            <a:t> </a:t>
          </a:r>
          <a:r>
            <a:rPr lang="en-US" sz="1200" dirty="0" err="1"/>
            <a:t>hợp</a:t>
          </a:r>
          <a:r>
            <a:rPr lang="en-US" sz="1200" dirty="0"/>
            <a:t> </a:t>
          </a:r>
          <a:r>
            <a:rPr lang="en-US" sz="1200" dirty="0" err="1"/>
            <a:t>và</a:t>
          </a:r>
          <a:r>
            <a:rPr lang="en-US" sz="1200" dirty="0"/>
            <a:t> </a:t>
          </a:r>
          <a:r>
            <a:rPr lang="en-US" sz="1200" dirty="0" err="1"/>
            <a:t>xuất</a:t>
          </a:r>
          <a:r>
            <a:rPr lang="en-US" sz="1200" dirty="0"/>
            <a:t> </a:t>
          </a:r>
          <a:r>
            <a:rPr lang="en-US" sz="1200" dirty="0" err="1"/>
            <a:t>báo</a:t>
          </a:r>
          <a:r>
            <a:rPr lang="en-US" sz="1200" dirty="0"/>
            <a:t> </a:t>
          </a:r>
          <a:r>
            <a:rPr lang="en-US" sz="1200" dirty="0" err="1"/>
            <a:t>cáo</a:t>
          </a:r>
          <a:r>
            <a:rPr lang="en-US" sz="1200" dirty="0"/>
            <a:t> </a:t>
          </a:r>
          <a:r>
            <a:rPr lang="en-US" sz="1200" dirty="0" err="1"/>
            <a:t>định</a:t>
          </a:r>
          <a:r>
            <a:rPr lang="en-US" sz="1200" dirty="0"/>
            <a:t> </a:t>
          </a:r>
          <a:r>
            <a:rPr lang="en-US" sz="1200" dirty="0" err="1"/>
            <a:t>dạng</a:t>
          </a:r>
          <a:r>
            <a:rPr lang="en-US" sz="1200" dirty="0"/>
            <a:t> Docs</a:t>
          </a:r>
        </a:p>
      </dgm:t>
    </dgm:pt>
    <dgm:pt modelId="{C5DA4A53-E6C7-4EF1-A885-F414B2CC6502}" type="parTrans" cxnId="{04AA810F-0653-4556-AE2C-58FC210AFA7A}">
      <dgm:prSet/>
      <dgm:spPr/>
      <dgm:t>
        <a:bodyPr/>
        <a:lstStyle/>
        <a:p>
          <a:endParaRPr lang="en-US"/>
        </a:p>
      </dgm:t>
    </dgm:pt>
    <dgm:pt modelId="{EED0C2B6-8DB0-41A1-BEFC-36D9D6D45209}" type="sibTrans" cxnId="{04AA810F-0653-4556-AE2C-58FC210AFA7A}">
      <dgm:prSet/>
      <dgm:spPr/>
      <dgm:t>
        <a:bodyPr/>
        <a:lstStyle/>
        <a:p>
          <a:endParaRPr lang="en-US"/>
        </a:p>
      </dgm:t>
    </dgm:pt>
    <dgm:pt modelId="{F05D1F48-E14C-4B2D-832A-779EBA65E53C}">
      <dgm:prSet phldrT="[Text]" phldr="1"/>
      <dgm:spPr/>
      <dgm:t>
        <a:bodyPr/>
        <a:lstStyle/>
        <a:p>
          <a:endParaRPr lang="en-US" dirty="0"/>
        </a:p>
      </dgm:t>
    </dgm:pt>
    <dgm:pt modelId="{BA781DEB-78A9-43BB-8279-D59C50334FC9}" type="sibTrans" cxnId="{ACC6B94B-C4B2-4DD7-962A-BB570AE0FBA1}">
      <dgm:prSet/>
      <dgm:spPr/>
      <dgm:t>
        <a:bodyPr/>
        <a:lstStyle/>
        <a:p>
          <a:endParaRPr lang="en-US"/>
        </a:p>
      </dgm:t>
    </dgm:pt>
    <dgm:pt modelId="{06E9158B-C459-497D-BEB9-ADE8FFFBA14C}" type="parTrans" cxnId="{ACC6B94B-C4B2-4DD7-962A-BB570AE0FBA1}">
      <dgm:prSet/>
      <dgm:spPr/>
      <dgm:t>
        <a:bodyPr/>
        <a:lstStyle/>
        <a:p>
          <a:endParaRPr lang="en-US"/>
        </a:p>
      </dgm:t>
    </dgm:pt>
    <dgm:pt modelId="{8B49C4C6-4C29-4EF9-A74B-BCD2FE337B8B}" type="pres">
      <dgm:prSet presAssocID="{A99EF856-AC90-4564-8EBD-55366754311E}" presName="Name0" presStyleCnt="0">
        <dgm:presLayoutVars>
          <dgm:chMax/>
          <dgm:chPref val="3"/>
          <dgm:dir/>
          <dgm:animOne val="branch"/>
          <dgm:animLvl val="lvl"/>
        </dgm:presLayoutVars>
      </dgm:prSet>
      <dgm:spPr/>
    </dgm:pt>
    <dgm:pt modelId="{D509D46B-F6EC-449E-B010-35B2567A8255}" type="pres">
      <dgm:prSet presAssocID="{9DC1AF0F-5627-48C4-92E2-BEED241B0336}" presName="composite" presStyleCnt="0"/>
      <dgm:spPr/>
    </dgm:pt>
    <dgm:pt modelId="{DDD69810-7284-46A8-A602-EB55E32BC2AB}" type="pres">
      <dgm:prSet presAssocID="{9DC1AF0F-5627-48C4-92E2-BEED241B0336}" presName="FirstChild" presStyleLbl="revTx" presStyleIdx="0" presStyleCnt="6">
        <dgm:presLayoutVars>
          <dgm:chMax val="0"/>
          <dgm:chPref val="0"/>
          <dgm:bulletEnabled val="1"/>
        </dgm:presLayoutVars>
      </dgm:prSet>
      <dgm:spPr/>
    </dgm:pt>
    <dgm:pt modelId="{FCB7D797-E873-47FF-A294-A19A56B9E5EE}" type="pres">
      <dgm:prSet presAssocID="{9DC1AF0F-5627-48C4-92E2-BEED241B0336}" presName="Parent" presStyleLbl="alignNode1" presStyleIdx="0" presStyleCnt="3">
        <dgm:presLayoutVars>
          <dgm:chMax val="3"/>
          <dgm:chPref val="3"/>
          <dgm:bulletEnabled val="1"/>
        </dgm:presLayoutVars>
      </dgm:prSet>
      <dgm:spPr/>
    </dgm:pt>
    <dgm:pt modelId="{F6EF1CCA-A1B3-4119-A01B-18EBCC6B1FDE}" type="pres">
      <dgm:prSet presAssocID="{9DC1AF0F-5627-48C4-92E2-BEED241B0336}" presName="Accent" presStyleLbl="parChTrans1D1" presStyleIdx="0" presStyleCnt="3"/>
      <dgm:spPr/>
    </dgm:pt>
    <dgm:pt modelId="{6BB3825E-BE9E-46C1-BE8E-F307FDF0F8A9}" type="pres">
      <dgm:prSet presAssocID="{9DC1AF0F-5627-48C4-92E2-BEED241B0336}" presName="Child" presStyleLbl="revTx" presStyleIdx="1" presStyleCnt="6">
        <dgm:presLayoutVars>
          <dgm:chMax val="0"/>
          <dgm:chPref val="0"/>
          <dgm:bulletEnabled val="1"/>
        </dgm:presLayoutVars>
      </dgm:prSet>
      <dgm:spPr/>
    </dgm:pt>
    <dgm:pt modelId="{31C04854-CFE0-4228-B5F1-5BAB2AE0B6CB}" type="pres">
      <dgm:prSet presAssocID="{687EB21E-800E-4147-A3A3-9604D6126422}" presName="sibTrans" presStyleCnt="0"/>
      <dgm:spPr/>
    </dgm:pt>
    <dgm:pt modelId="{F721825A-9098-4BB8-ABB1-85009B85052F}" type="pres">
      <dgm:prSet presAssocID="{ABD4C2C9-6F4F-42A2-AE3C-F2CCCC749FF0}" presName="composite" presStyleCnt="0"/>
      <dgm:spPr/>
    </dgm:pt>
    <dgm:pt modelId="{93BA2394-E637-43B0-BC25-78E306B9076D}" type="pres">
      <dgm:prSet presAssocID="{ABD4C2C9-6F4F-42A2-AE3C-F2CCCC749FF0}" presName="FirstChild" presStyleLbl="revTx" presStyleIdx="2" presStyleCnt="6">
        <dgm:presLayoutVars>
          <dgm:chMax val="0"/>
          <dgm:chPref val="0"/>
          <dgm:bulletEnabled val="1"/>
        </dgm:presLayoutVars>
      </dgm:prSet>
      <dgm:spPr/>
    </dgm:pt>
    <dgm:pt modelId="{165E3BEB-8B0D-4DE4-B614-CF3240A47FA5}" type="pres">
      <dgm:prSet presAssocID="{ABD4C2C9-6F4F-42A2-AE3C-F2CCCC749FF0}" presName="Parent" presStyleLbl="alignNode1" presStyleIdx="1" presStyleCnt="3">
        <dgm:presLayoutVars>
          <dgm:chMax val="3"/>
          <dgm:chPref val="3"/>
          <dgm:bulletEnabled val="1"/>
        </dgm:presLayoutVars>
      </dgm:prSet>
      <dgm:spPr/>
    </dgm:pt>
    <dgm:pt modelId="{02A428AD-0D20-4E62-A78E-23C9F7A444E1}" type="pres">
      <dgm:prSet presAssocID="{ABD4C2C9-6F4F-42A2-AE3C-F2CCCC749FF0}" presName="Accent" presStyleLbl="parChTrans1D1" presStyleIdx="1" presStyleCnt="3"/>
      <dgm:spPr/>
    </dgm:pt>
    <dgm:pt modelId="{98681F27-DB32-4611-8233-B295CF7E0BDD}" type="pres">
      <dgm:prSet presAssocID="{ABD4C2C9-6F4F-42A2-AE3C-F2CCCC749FF0}" presName="Child" presStyleLbl="revTx" presStyleIdx="3" presStyleCnt="6">
        <dgm:presLayoutVars>
          <dgm:chMax val="0"/>
          <dgm:chPref val="0"/>
          <dgm:bulletEnabled val="1"/>
        </dgm:presLayoutVars>
      </dgm:prSet>
      <dgm:spPr/>
    </dgm:pt>
    <dgm:pt modelId="{53C5C152-29EF-42A2-8717-10761B3B6293}" type="pres">
      <dgm:prSet presAssocID="{E931E690-94BD-4E5F-B774-3ECB251DC225}" presName="sibTrans" presStyleCnt="0"/>
      <dgm:spPr/>
    </dgm:pt>
    <dgm:pt modelId="{D502A3BD-79C3-4214-8C80-04B67AB184D7}" type="pres">
      <dgm:prSet presAssocID="{A1CDDC17-A3EA-4AD6-BE63-BF08201645EB}" presName="composite" presStyleCnt="0"/>
      <dgm:spPr/>
    </dgm:pt>
    <dgm:pt modelId="{391546D7-94FC-4E7A-9FBF-430708890EB9}" type="pres">
      <dgm:prSet presAssocID="{A1CDDC17-A3EA-4AD6-BE63-BF08201645EB}" presName="FirstChild" presStyleLbl="revTx" presStyleIdx="4" presStyleCnt="6">
        <dgm:presLayoutVars>
          <dgm:chMax val="0"/>
          <dgm:chPref val="0"/>
          <dgm:bulletEnabled val="1"/>
        </dgm:presLayoutVars>
      </dgm:prSet>
      <dgm:spPr/>
    </dgm:pt>
    <dgm:pt modelId="{1F223505-7BA9-4C2B-AE88-18DF27B3B77B}" type="pres">
      <dgm:prSet presAssocID="{A1CDDC17-A3EA-4AD6-BE63-BF08201645EB}" presName="Parent" presStyleLbl="alignNode1" presStyleIdx="2" presStyleCnt="3">
        <dgm:presLayoutVars>
          <dgm:chMax val="3"/>
          <dgm:chPref val="3"/>
          <dgm:bulletEnabled val="1"/>
        </dgm:presLayoutVars>
      </dgm:prSet>
      <dgm:spPr/>
    </dgm:pt>
    <dgm:pt modelId="{06BA4852-9BCE-4BD0-BA15-4EDA1B82BDA2}" type="pres">
      <dgm:prSet presAssocID="{A1CDDC17-A3EA-4AD6-BE63-BF08201645EB}" presName="Accent" presStyleLbl="parChTrans1D1" presStyleIdx="2" presStyleCnt="3"/>
      <dgm:spPr/>
    </dgm:pt>
    <dgm:pt modelId="{6027F27F-6D09-4670-AC71-4B66C83B0607}" type="pres">
      <dgm:prSet presAssocID="{A1CDDC17-A3EA-4AD6-BE63-BF08201645EB}" presName="Child" presStyleLbl="revTx" presStyleIdx="5" presStyleCnt="6">
        <dgm:presLayoutVars>
          <dgm:chMax val="0"/>
          <dgm:chPref val="0"/>
          <dgm:bulletEnabled val="1"/>
        </dgm:presLayoutVars>
      </dgm:prSet>
      <dgm:spPr/>
    </dgm:pt>
  </dgm:ptLst>
  <dgm:cxnLst>
    <dgm:cxn modelId="{16430800-3635-4118-9EA4-23AD057D2E97}" type="presOf" srcId="{DB78F6FD-2CF2-42B4-A196-D35E8EAF2D1F}" destId="{6BB3825E-BE9E-46C1-BE8E-F307FDF0F8A9}" srcOrd="0" destOrd="2" presId="urn:microsoft.com/office/officeart/2011/layout/TabList"/>
    <dgm:cxn modelId="{EEB72708-ACA8-4A2B-8557-2811906AB57C}" srcId="{A99EF856-AC90-4564-8EBD-55366754311E}" destId="{ABD4C2C9-6F4F-42A2-AE3C-F2CCCC749FF0}" srcOrd="1" destOrd="0" parTransId="{9F07507B-1975-4195-8516-7ED4E819C830}" sibTransId="{E931E690-94BD-4E5F-B774-3ECB251DC225}"/>
    <dgm:cxn modelId="{9D739609-B3B4-4E0F-84C7-523F4191BB54}" type="presOf" srcId="{211A7D96-2A28-4CF8-BFC6-0AB88DF8CC7A}" destId="{6BB3825E-BE9E-46C1-BE8E-F307FDF0F8A9}" srcOrd="0" destOrd="1" presId="urn:microsoft.com/office/officeart/2011/layout/TabList"/>
    <dgm:cxn modelId="{1B5D350D-C72D-4219-B97D-055A56798CBA}" srcId="{A99EF856-AC90-4564-8EBD-55366754311E}" destId="{9DC1AF0F-5627-48C4-92E2-BEED241B0336}" srcOrd="0" destOrd="0" parTransId="{747015D0-BED0-4A30-BACC-6A65AFB8379E}" sibTransId="{687EB21E-800E-4147-A3A3-9604D6126422}"/>
    <dgm:cxn modelId="{04AA810F-0653-4556-AE2C-58FC210AFA7A}" srcId="{A1CDDC17-A3EA-4AD6-BE63-BF08201645EB}" destId="{1858D4FA-8BEA-4971-B2BB-7B7098F648BC}" srcOrd="3" destOrd="0" parTransId="{C5DA4A53-E6C7-4EF1-A885-F414B2CC6502}" sibTransId="{EED0C2B6-8DB0-41A1-BEFC-36D9D6D45209}"/>
    <dgm:cxn modelId="{BB95451C-C7EA-4EB1-A978-6D29C3C8FD01}" srcId="{A1CDDC17-A3EA-4AD6-BE63-BF08201645EB}" destId="{8C7CC498-D2D7-4D55-BDD0-86AB3923A628}" srcOrd="2" destOrd="0" parTransId="{0D630F89-A7C2-4BC0-8F0E-16245546362A}" sibTransId="{BF6BC52F-9BAC-45A1-B4EB-29E3B9FDE58A}"/>
    <dgm:cxn modelId="{2154E142-6C87-4F4F-962E-00AC26B2CF15}" srcId="{ABD4C2C9-6F4F-42A2-AE3C-F2CCCC749FF0}" destId="{7208A333-CD6D-492D-B80B-CA2C57B3D271}" srcOrd="1" destOrd="0" parTransId="{0A083183-F79D-4516-AFDB-47FBE9883FD1}" sibTransId="{644897F9-5113-451D-93A9-E82BA82B087B}"/>
    <dgm:cxn modelId="{D54A5364-AAFA-4F82-9163-D1F1F3A1B23C}" srcId="{9DC1AF0F-5627-48C4-92E2-BEED241B0336}" destId="{211A7D96-2A28-4CF8-BFC6-0AB88DF8CC7A}" srcOrd="2" destOrd="0" parTransId="{921E1862-3E44-4ED1-BD9B-EB0C85083F13}" sibTransId="{793AD29F-CF18-43EB-A9EB-B66631488152}"/>
    <dgm:cxn modelId="{715E7F64-D3CB-4911-9749-F2C713060B9F}" type="presOf" srcId="{24E38F67-EBB1-4BC3-94E8-D34AF2EF7551}" destId="{93BA2394-E637-43B0-BC25-78E306B9076D}" srcOrd="0" destOrd="0" presId="urn:microsoft.com/office/officeart/2011/layout/TabList"/>
    <dgm:cxn modelId="{64509968-DFEA-4BE7-B7D6-B0A9CC226D0C}" type="presOf" srcId="{7208A333-CD6D-492D-B80B-CA2C57B3D271}" destId="{98681F27-DB32-4611-8233-B295CF7E0BDD}" srcOrd="0" destOrd="0" presId="urn:microsoft.com/office/officeart/2011/layout/TabList"/>
    <dgm:cxn modelId="{ACC6B94B-C4B2-4DD7-962A-BB570AE0FBA1}" srcId="{9DC1AF0F-5627-48C4-92E2-BEED241B0336}" destId="{F05D1F48-E14C-4B2D-832A-779EBA65E53C}" srcOrd="0" destOrd="0" parTransId="{06E9158B-C459-497D-BEB9-ADE8FFFBA14C}" sibTransId="{BA781DEB-78A9-43BB-8279-D59C50334FC9}"/>
    <dgm:cxn modelId="{7A431A50-987C-4382-A41E-454C210136CC}" type="presOf" srcId="{D2932E29-962B-46A2-AA0B-3B1465E15ADB}" destId="{391546D7-94FC-4E7A-9FBF-430708890EB9}" srcOrd="0" destOrd="0" presId="urn:microsoft.com/office/officeart/2011/layout/TabList"/>
    <dgm:cxn modelId="{521BAD71-A3E9-4B18-966C-5EC331E0A643}" type="presOf" srcId="{A99EF856-AC90-4564-8EBD-55366754311E}" destId="{8B49C4C6-4C29-4EF9-A74B-BCD2FE337B8B}" srcOrd="0" destOrd="0" presId="urn:microsoft.com/office/officeart/2011/layout/TabList"/>
    <dgm:cxn modelId="{A4DABA71-4CDB-44B7-86DA-635437DCC618}" srcId="{A99EF856-AC90-4564-8EBD-55366754311E}" destId="{A1CDDC17-A3EA-4AD6-BE63-BF08201645EB}" srcOrd="2" destOrd="0" parTransId="{E2F0677D-CD6C-486E-810E-7A66FB33624B}" sibTransId="{B94E0701-E3DB-45B4-A57E-A525C723F46D}"/>
    <dgm:cxn modelId="{AA62F952-1FC0-4065-99F9-5BC78D2E25A0}" type="presOf" srcId="{147AB34D-59FF-44C5-A5C8-2B0C967E2D9F}" destId="{6BB3825E-BE9E-46C1-BE8E-F307FDF0F8A9}" srcOrd="0" destOrd="0" presId="urn:microsoft.com/office/officeart/2011/layout/TabList"/>
    <dgm:cxn modelId="{B6015C73-6BD8-4EEF-90CC-C41C4A239778}" srcId="{9DC1AF0F-5627-48C4-92E2-BEED241B0336}" destId="{DB78F6FD-2CF2-42B4-A196-D35E8EAF2D1F}" srcOrd="3" destOrd="0" parTransId="{5DAFD5D5-3BD0-4FB8-9CAA-C32A4B041D23}" sibTransId="{24F4CD80-0526-4524-8464-08C068512753}"/>
    <dgm:cxn modelId="{44777C56-9D74-4031-8B53-32AD61144A39}" srcId="{A1CDDC17-A3EA-4AD6-BE63-BF08201645EB}" destId="{92C3725E-75D0-40D4-A5EC-A7DEB1DEB375}" srcOrd="1" destOrd="0" parTransId="{6022E67E-DEB2-44EA-89B9-86940D6F6FBA}" sibTransId="{3A835F0F-68AA-402D-B2E6-4B8CAC8E0D88}"/>
    <dgm:cxn modelId="{A9EA4E59-F454-4904-9E52-D4F59A8BA657}" type="presOf" srcId="{ABD7B06F-B275-4B46-9CED-1C4BA4DB0AA7}" destId="{98681F27-DB32-4611-8233-B295CF7E0BDD}" srcOrd="0" destOrd="1" presId="urn:microsoft.com/office/officeart/2011/layout/TabList"/>
    <dgm:cxn modelId="{C4E00F7B-C831-45A7-B61F-A687139AC21D}" type="presOf" srcId="{9DC1AF0F-5627-48C4-92E2-BEED241B0336}" destId="{FCB7D797-E873-47FF-A294-A19A56B9E5EE}" srcOrd="0" destOrd="0" presId="urn:microsoft.com/office/officeart/2011/layout/TabList"/>
    <dgm:cxn modelId="{AF36467D-97E9-496B-AA5D-2C17AB2B627B}" srcId="{ABD4C2C9-6F4F-42A2-AE3C-F2CCCC749FF0}" destId="{ABD7B06F-B275-4B46-9CED-1C4BA4DB0AA7}" srcOrd="2" destOrd="0" parTransId="{F2B8C66A-7532-49F9-92EC-3E33B3C69467}" sibTransId="{A336EFEC-01F7-4FFE-AD66-94720DB87F52}"/>
    <dgm:cxn modelId="{E9BA8D86-734B-445F-9273-8575EC8F60E4}" type="presOf" srcId="{A1CDDC17-A3EA-4AD6-BE63-BF08201645EB}" destId="{1F223505-7BA9-4C2B-AE88-18DF27B3B77B}" srcOrd="0" destOrd="0" presId="urn:microsoft.com/office/officeart/2011/layout/TabList"/>
    <dgm:cxn modelId="{90980688-E299-4E59-818B-26E166F12137}" type="presOf" srcId="{029BA0AC-09EA-4EB7-98D3-7178657116F4}" destId="{98681F27-DB32-4611-8233-B295CF7E0BDD}" srcOrd="0" destOrd="2" presId="urn:microsoft.com/office/officeart/2011/layout/TabList"/>
    <dgm:cxn modelId="{1F29FE8A-C905-4927-BCC3-2A5F9A57A3F9}" srcId="{ABD4C2C9-6F4F-42A2-AE3C-F2CCCC749FF0}" destId="{24E38F67-EBB1-4BC3-94E8-D34AF2EF7551}" srcOrd="0" destOrd="0" parTransId="{32753080-A18F-488A-8396-27563E4A692D}" sibTransId="{DB733C8A-76CB-4400-A02E-3AC0BE95B0F1}"/>
    <dgm:cxn modelId="{2E4D12A8-D292-497B-B93C-15E57B949A64}" type="presOf" srcId="{92C3725E-75D0-40D4-A5EC-A7DEB1DEB375}" destId="{6027F27F-6D09-4670-AC71-4B66C83B0607}" srcOrd="0" destOrd="0" presId="urn:microsoft.com/office/officeart/2011/layout/TabList"/>
    <dgm:cxn modelId="{53E7E3D2-59F5-44DF-BEAC-6C7160B960EF}" srcId="{ABD4C2C9-6F4F-42A2-AE3C-F2CCCC749FF0}" destId="{029BA0AC-09EA-4EB7-98D3-7178657116F4}" srcOrd="3" destOrd="0" parTransId="{8EE50A68-639B-498D-914D-22BF9605B038}" sibTransId="{5783705E-D687-406C-A19B-CA00B3E1C6BD}"/>
    <dgm:cxn modelId="{21FB28DC-5F6B-4F4E-8A5D-31154FE81F97}" type="presOf" srcId="{8C7CC498-D2D7-4D55-BDD0-86AB3923A628}" destId="{6027F27F-6D09-4670-AC71-4B66C83B0607}" srcOrd="0" destOrd="1" presId="urn:microsoft.com/office/officeart/2011/layout/TabList"/>
    <dgm:cxn modelId="{B94263E2-33E3-4078-84DB-785EEE5DE548}" srcId="{A1CDDC17-A3EA-4AD6-BE63-BF08201645EB}" destId="{D2932E29-962B-46A2-AA0B-3B1465E15ADB}" srcOrd="0" destOrd="0" parTransId="{2A9AACB2-718E-4552-8357-11BB82A797B4}" sibTransId="{7466AAE8-D6CF-428E-8606-417057C87031}"/>
    <dgm:cxn modelId="{516714E3-F21A-4B90-902B-D5ADA9BB1F21}" type="presOf" srcId="{F05D1F48-E14C-4B2D-832A-779EBA65E53C}" destId="{DDD69810-7284-46A8-A602-EB55E32BC2AB}" srcOrd="0" destOrd="0" presId="urn:microsoft.com/office/officeart/2011/layout/TabList"/>
    <dgm:cxn modelId="{C31442EC-F73C-4FD8-8645-8A847D0C3186}" type="presOf" srcId="{1858D4FA-8BEA-4971-B2BB-7B7098F648BC}" destId="{6027F27F-6D09-4670-AC71-4B66C83B0607}" srcOrd="0" destOrd="2" presId="urn:microsoft.com/office/officeart/2011/layout/TabList"/>
    <dgm:cxn modelId="{BEED9FED-4724-40FD-9CFF-40CE0F88E124}" srcId="{9DC1AF0F-5627-48C4-92E2-BEED241B0336}" destId="{147AB34D-59FF-44C5-A5C8-2B0C967E2D9F}" srcOrd="1" destOrd="0" parTransId="{4374EC61-D0C6-4B45-A135-B930276BB375}" sibTransId="{6C98533C-5435-4183-A196-54CCDE278952}"/>
    <dgm:cxn modelId="{54FD90FA-3C51-480A-84ED-E090FF57893D}" type="presOf" srcId="{ABD4C2C9-6F4F-42A2-AE3C-F2CCCC749FF0}" destId="{165E3BEB-8B0D-4DE4-B614-CF3240A47FA5}" srcOrd="0" destOrd="0" presId="urn:microsoft.com/office/officeart/2011/layout/TabList"/>
    <dgm:cxn modelId="{6ED64A44-6758-4F07-90CB-317862645B5D}" type="presParOf" srcId="{8B49C4C6-4C29-4EF9-A74B-BCD2FE337B8B}" destId="{D509D46B-F6EC-449E-B010-35B2567A8255}" srcOrd="0" destOrd="0" presId="urn:microsoft.com/office/officeart/2011/layout/TabList"/>
    <dgm:cxn modelId="{A774B226-5130-4E7E-9868-558227886E8B}" type="presParOf" srcId="{D509D46B-F6EC-449E-B010-35B2567A8255}" destId="{DDD69810-7284-46A8-A602-EB55E32BC2AB}" srcOrd="0" destOrd="0" presId="urn:microsoft.com/office/officeart/2011/layout/TabList"/>
    <dgm:cxn modelId="{41335F2C-9F9E-4659-9A4E-BF8EEE770FD6}" type="presParOf" srcId="{D509D46B-F6EC-449E-B010-35B2567A8255}" destId="{FCB7D797-E873-47FF-A294-A19A56B9E5EE}" srcOrd="1" destOrd="0" presId="urn:microsoft.com/office/officeart/2011/layout/TabList"/>
    <dgm:cxn modelId="{84B23C2D-2666-4503-9BAC-D126D4FE0558}" type="presParOf" srcId="{D509D46B-F6EC-449E-B010-35B2567A8255}" destId="{F6EF1CCA-A1B3-4119-A01B-18EBCC6B1FDE}" srcOrd="2" destOrd="0" presId="urn:microsoft.com/office/officeart/2011/layout/TabList"/>
    <dgm:cxn modelId="{D8F24FA3-902F-4DA2-BE9C-D9CBAE68571D}" type="presParOf" srcId="{8B49C4C6-4C29-4EF9-A74B-BCD2FE337B8B}" destId="{6BB3825E-BE9E-46C1-BE8E-F307FDF0F8A9}" srcOrd="1" destOrd="0" presId="urn:microsoft.com/office/officeart/2011/layout/TabList"/>
    <dgm:cxn modelId="{BFCD3C44-0D0B-445C-8985-379FBA8BAB5C}" type="presParOf" srcId="{8B49C4C6-4C29-4EF9-A74B-BCD2FE337B8B}" destId="{31C04854-CFE0-4228-B5F1-5BAB2AE0B6CB}" srcOrd="2" destOrd="0" presId="urn:microsoft.com/office/officeart/2011/layout/TabList"/>
    <dgm:cxn modelId="{CF559842-F5A2-495B-BE72-DCACF868FB81}" type="presParOf" srcId="{8B49C4C6-4C29-4EF9-A74B-BCD2FE337B8B}" destId="{F721825A-9098-4BB8-ABB1-85009B85052F}" srcOrd="3" destOrd="0" presId="urn:microsoft.com/office/officeart/2011/layout/TabList"/>
    <dgm:cxn modelId="{FE0F2DD3-DA57-44F7-9057-C5045EB465E0}" type="presParOf" srcId="{F721825A-9098-4BB8-ABB1-85009B85052F}" destId="{93BA2394-E637-43B0-BC25-78E306B9076D}" srcOrd="0" destOrd="0" presId="urn:microsoft.com/office/officeart/2011/layout/TabList"/>
    <dgm:cxn modelId="{CB5AEC31-8254-4EED-9D8F-675B152B7867}" type="presParOf" srcId="{F721825A-9098-4BB8-ABB1-85009B85052F}" destId="{165E3BEB-8B0D-4DE4-B614-CF3240A47FA5}" srcOrd="1" destOrd="0" presId="urn:microsoft.com/office/officeart/2011/layout/TabList"/>
    <dgm:cxn modelId="{A9D74D09-E541-4C05-A572-D74D943AC413}" type="presParOf" srcId="{F721825A-9098-4BB8-ABB1-85009B85052F}" destId="{02A428AD-0D20-4E62-A78E-23C9F7A444E1}" srcOrd="2" destOrd="0" presId="urn:microsoft.com/office/officeart/2011/layout/TabList"/>
    <dgm:cxn modelId="{B6C2D451-7EB0-4D2B-975F-08FC2EB5E13A}" type="presParOf" srcId="{8B49C4C6-4C29-4EF9-A74B-BCD2FE337B8B}" destId="{98681F27-DB32-4611-8233-B295CF7E0BDD}" srcOrd="4" destOrd="0" presId="urn:microsoft.com/office/officeart/2011/layout/TabList"/>
    <dgm:cxn modelId="{1E4CC8BB-347C-4448-9A3B-94D3B50F52F2}" type="presParOf" srcId="{8B49C4C6-4C29-4EF9-A74B-BCD2FE337B8B}" destId="{53C5C152-29EF-42A2-8717-10761B3B6293}" srcOrd="5" destOrd="0" presId="urn:microsoft.com/office/officeart/2011/layout/TabList"/>
    <dgm:cxn modelId="{C7651855-E475-4E3D-AD63-1A865D17A94B}" type="presParOf" srcId="{8B49C4C6-4C29-4EF9-A74B-BCD2FE337B8B}" destId="{D502A3BD-79C3-4214-8C80-04B67AB184D7}" srcOrd="6" destOrd="0" presId="urn:microsoft.com/office/officeart/2011/layout/TabList"/>
    <dgm:cxn modelId="{326C3524-67CB-4059-BAD0-477B80F4A80C}" type="presParOf" srcId="{D502A3BD-79C3-4214-8C80-04B67AB184D7}" destId="{391546D7-94FC-4E7A-9FBF-430708890EB9}" srcOrd="0" destOrd="0" presId="urn:microsoft.com/office/officeart/2011/layout/TabList"/>
    <dgm:cxn modelId="{96F42633-AB0F-436E-8114-32F8EEB3BC0B}" type="presParOf" srcId="{D502A3BD-79C3-4214-8C80-04B67AB184D7}" destId="{1F223505-7BA9-4C2B-AE88-18DF27B3B77B}" srcOrd="1" destOrd="0" presId="urn:microsoft.com/office/officeart/2011/layout/TabList"/>
    <dgm:cxn modelId="{6B8A00F4-CCAC-4D74-B0B3-5CCE13899B4E}" type="presParOf" srcId="{D502A3BD-79C3-4214-8C80-04B67AB184D7}" destId="{06BA4852-9BCE-4BD0-BA15-4EDA1B82BDA2}" srcOrd="2" destOrd="0" presId="urn:microsoft.com/office/officeart/2011/layout/TabList"/>
    <dgm:cxn modelId="{BE9F2021-ADF8-4EEC-9907-AD48AAB47A60}" type="presParOf" srcId="{8B49C4C6-4C29-4EF9-A74B-BCD2FE337B8B}" destId="{6027F27F-6D09-4670-AC71-4B66C83B0607}" srcOrd="7" destOrd="0" presId="urn:microsoft.com/office/officeart/2011/layout/Tab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A62CBA44-B326-413A-96E2-95B4F45B6E13}" type="doc">
      <dgm:prSet loTypeId="urn:microsoft.com/office/officeart/2008/layout/VerticalCurvedList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B18B4632-CFC8-4DEB-A95B-0FD487E23FB8}">
      <dgm:prSet phldrT="[Text]"/>
      <dgm:spPr/>
      <dgm:t>
        <a:bodyPr/>
        <a:lstStyle/>
        <a:p>
          <a:r>
            <a:rPr lang="en-US" b="1" dirty="0">
              <a:solidFill>
                <a:schemeClr val="tx1"/>
              </a:solidFill>
            </a:rPr>
            <a:t>Upload </a:t>
          </a:r>
          <a:r>
            <a:rPr lang="en-US" b="1" dirty="0" err="1">
              <a:solidFill>
                <a:schemeClr val="tx1"/>
              </a:solidFill>
            </a:rPr>
            <a:t>dữ</a:t>
          </a:r>
          <a:r>
            <a:rPr lang="en-US" b="1" dirty="0">
              <a:solidFill>
                <a:schemeClr val="tx1"/>
              </a:solidFill>
            </a:rPr>
            <a:t> </a:t>
          </a:r>
          <a:r>
            <a:rPr lang="en-US" b="1" dirty="0" err="1">
              <a:solidFill>
                <a:schemeClr val="tx1"/>
              </a:solidFill>
            </a:rPr>
            <a:t>liệu</a:t>
          </a:r>
          <a:r>
            <a:rPr lang="en-US" b="1" dirty="0">
              <a:solidFill>
                <a:schemeClr val="tx1"/>
              </a:solidFill>
            </a:rPr>
            <a:t>:</a:t>
          </a:r>
          <a:r>
            <a:rPr lang="vi-VN" b="1" dirty="0">
              <a:solidFill>
                <a:schemeClr val="tx1"/>
              </a:solidFill>
            </a:rPr>
            <a:t> Nhập dữ liệu Excel/ </a:t>
          </a:r>
          <a:r>
            <a:rPr lang="vi-VN" b="1" dirty="0" err="1">
              <a:solidFill>
                <a:schemeClr val="tx1"/>
              </a:solidFill>
            </a:rPr>
            <a:t>Sheets</a:t>
          </a:r>
          <a:r>
            <a:rPr lang="vi-VN" b="1" dirty="0">
              <a:solidFill>
                <a:schemeClr val="tx1"/>
              </a:solidFill>
            </a:rPr>
            <a:t> từ </a:t>
          </a:r>
          <a:r>
            <a:rPr lang="vi-VN" b="1" dirty="0" err="1">
              <a:solidFill>
                <a:schemeClr val="tx1"/>
              </a:solidFill>
            </a:rPr>
            <a:t>Onluyen</a:t>
          </a:r>
          <a:r>
            <a:rPr lang="vi-VN" b="1" dirty="0">
              <a:solidFill>
                <a:schemeClr val="tx1"/>
              </a:solidFill>
            </a:rPr>
            <a:t>  </a:t>
          </a:r>
          <a:endParaRPr lang="en-US" dirty="0">
            <a:solidFill>
              <a:schemeClr val="tx1"/>
            </a:solidFill>
          </a:endParaRPr>
        </a:p>
      </dgm:t>
    </dgm:pt>
    <dgm:pt modelId="{CC225D4A-92BA-43AB-95D3-21B908F49B08}" type="parTrans" cxnId="{15CAE31F-2599-4729-ABE3-FC266CEC3873}">
      <dgm:prSet/>
      <dgm:spPr/>
      <dgm:t>
        <a:bodyPr/>
        <a:lstStyle/>
        <a:p>
          <a:endParaRPr lang="en-US"/>
        </a:p>
      </dgm:t>
    </dgm:pt>
    <dgm:pt modelId="{7F6F2314-196C-4170-AF0B-05ADFFEE33A5}" type="sibTrans" cxnId="{15CAE31F-2599-4729-ABE3-FC266CEC3873}">
      <dgm:prSet/>
      <dgm:spPr/>
      <dgm:t>
        <a:bodyPr/>
        <a:lstStyle/>
        <a:p>
          <a:endParaRPr lang="en-US"/>
        </a:p>
      </dgm:t>
    </dgm:pt>
    <dgm:pt modelId="{30AA4A27-050C-447B-BA06-171523AF4332}">
      <dgm:prSet phldrT="[Text]"/>
      <dgm:spPr/>
      <dgm:t>
        <a:bodyPr/>
        <a:lstStyle/>
        <a:p>
          <a:r>
            <a:rPr lang="en-US" b="1" dirty="0" err="1">
              <a:solidFill>
                <a:schemeClr val="tx1"/>
              </a:solidFill>
            </a:rPr>
            <a:t>Phân</a:t>
          </a:r>
          <a:r>
            <a:rPr lang="en-US" b="1" dirty="0">
              <a:solidFill>
                <a:schemeClr val="tx1"/>
              </a:solidFill>
            </a:rPr>
            <a:t> </a:t>
          </a:r>
          <a:r>
            <a:rPr lang="en-US" b="1" dirty="0" err="1">
              <a:solidFill>
                <a:schemeClr val="tx1"/>
              </a:solidFill>
            </a:rPr>
            <a:t>tích</a:t>
          </a:r>
          <a:r>
            <a:rPr lang="en-US" b="1" dirty="0">
              <a:solidFill>
                <a:schemeClr val="tx1"/>
              </a:solidFill>
            </a:rPr>
            <a:t> </a:t>
          </a:r>
          <a:r>
            <a:rPr lang="en-US" b="1" dirty="0" err="1">
              <a:solidFill>
                <a:schemeClr val="tx1"/>
              </a:solidFill>
            </a:rPr>
            <a:t>dữ</a:t>
          </a:r>
          <a:r>
            <a:rPr lang="en-US" b="1" dirty="0">
              <a:solidFill>
                <a:schemeClr val="tx1"/>
              </a:solidFill>
            </a:rPr>
            <a:t> </a:t>
          </a:r>
          <a:r>
            <a:rPr lang="en-US" b="1" dirty="0" err="1">
              <a:solidFill>
                <a:schemeClr val="tx1"/>
              </a:solidFill>
            </a:rPr>
            <a:t>liệu</a:t>
          </a:r>
          <a:r>
            <a:rPr lang="en-US" b="1" dirty="0">
              <a:solidFill>
                <a:schemeClr val="tx1"/>
              </a:solidFill>
            </a:rPr>
            <a:t>:</a:t>
          </a:r>
          <a:r>
            <a:rPr lang="vi-VN" b="1" dirty="0">
              <a:solidFill>
                <a:schemeClr val="tx1"/>
              </a:solidFill>
            </a:rPr>
            <a:t> Tính toán, chuẩn hóa và tạo bảng thống kê</a:t>
          </a:r>
          <a:endParaRPr lang="en-US" dirty="0">
            <a:solidFill>
              <a:schemeClr val="tx1"/>
            </a:solidFill>
          </a:endParaRPr>
        </a:p>
      </dgm:t>
    </dgm:pt>
    <dgm:pt modelId="{7F138A6F-6933-4A08-8D46-858CCFEA8F72}" type="parTrans" cxnId="{276565CF-1F37-4FD5-8326-EFC6156E0563}">
      <dgm:prSet/>
      <dgm:spPr/>
      <dgm:t>
        <a:bodyPr/>
        <a:lstStyle/>
        <a:p>
          <a:endParaRPr lang="en-US"/>
        </a:p>
      </dgm:t>
    </dgm:pt>
    <dgm:pt modelId="{F76010FA-19E8-45FD-8BC3-F9C97330D02C}" type="sibTrans" cxnId="{276565CF-1F37-4FD5-8326-EFC6156E0563}">
      <dgm:prSet/>
      <dgm:spPr/>
      <dgm:t>
        <a:bodyPr/>
        <a:lstStyle/>
        <a:p>
          <a:endParaRPr lang="en-US"/>
        </a:p>
      </dgm:t>
    </dgm:pt>
    <dgm:pt modelId="{48840CBD-2B9C-4C81-94A5-65BAD9C945C9}">
      <dgm:prSet phldrT="[Text]"/>
      <dgm:spPr/>
      <dgm:t>
        <a:bodyPr/>
        <a:lstStyle/>
        <a:p>
          <a:r>
            <a:rPr lang="vi-VN" b="1" dirty="0">
              <a:solidFill>
                <a:schemeClr val="tx1"/>
              </a:solidFill>
            </a:rPr>
            <a:t>Sinh nhật xét </a:t>
          </a:r>
          <a:r>
            <a:rPr lang="vi-VN" b="1" dirty="0" err="1">
              <a:solidFill>
                <a:schemeClr val="tx1"/>
              </a:solidFill>
            </a:rPr>
            <a:t>Al</a:t>
          </a:r>
          <a:r>
            <a:rPr lang="vi-VN" b="1" dirty="0">
              <a:solidFill>
                <a:schemeClr val="tx1"/>
              </a:solidFill>
            </a:rPr>
            <a:t>: Sinh tự theo từng trường</a:t>
          </a:r>
          <a:endParaRPr lang="en-US" b="1" dirty="0">
            <a:solidFill>
              <a:schemeClr val="tx1"/>
            </a:solidFill>
          </a:endParaRPr>
        </a:p>
      </dgm:t>
    </dgm:pt>
    <dgm:pt modelId="{B50DD465-BEBF-4DF0-AC3B-7412A424A51E}" type="parTrans" cxnId="{33B3E5B9-D03B-483B-8727-1921AC4C9EF4}">
      <dgm:prSet/>
      <dgm:spPr/>
      <dgm:t>
        <a:bodyPr/>
        <a:lstStyle/>
        <a:p>
          <a:endParaRPr lang="en-US"/>
        </a:p>
      </dgm:t>
    </dgm:pt>
    <dgm:pt modelId="{B7F914BD-BBC8-4B9F-BA67-FD60A499FE56}" type="sibTrans" cxnId="{33B3E5B9-D03B-483B-8727-1921AC4C9EF4}">
      <dgm:prSet/>
      <dgm:spPr/>
      <dgm:t>
        <a:bodyPr/>
        <a:lstStyle/>
        <a:p>
          <a:endParaRPr lang="en-US"/>
        </a:p>
      </dgm:t>
    </dgm:pt>
    <dgm:pt modelId="{27FDA3A0-9338-46F9-854B-42ABFDA65278}">
      <dgm:prSet/>
      <dgm:spPr/>
      <dgm:t>
        <a:bodyPr/>
        <a:lstStyle/>
        <a:p>
          <a:r>
            <a:rPr lang="vi-VN" dirty="0"/>
            <a:t>Tạo báo cáo </a:t>
          </a:r>
          <a:r>
            <a:rPr lang="vi-VN" dirty="0" err="1"/>
            <a:t>Docs</a:t>
          </a:r>
          <a:r>
            <a:rPr lang="vi-VN" dirty="0"/>
            <a:t>: Xuất báo cáo định dạng sẵn qua </a:t>
          </a:r>
          <a:r>
            <a:rPr lang="vi-VN" dirty="0" err="1"/>
            <a:t>Google</a:t>
          </a:r>
          <a:r>
            <a:rPr lang="vi-VN" dirty="0"/>
            <a:t> </a:t>
          </a:r>
          <a:r>
            <a:rPr lang="vi-VN" dirty="0" err="1"/>
            <a:t>Docs</a:t>
          </a:r>
          <a:endParaRPr lang="en-US" dirty="0"/>
        </a:p>
      </dgm:t>
    </dgm:pt>
    <dgm:pt modelId="{F8AAE158-D478-4DD8-83F9-322D467C35A6}" type="parTrans" cxnId="{53C83C60-33B4-4BD9-84C8-900D78F348BC}">
      <dgm:prSet/>
      <dgm:spPr/>
      <dgm:t>
        <a:bodyPr/>
        <a:lstStyle/>
        <a:p>
          <a:endParaRPr lang="en-US"/>
        </a:p>
      </dgm:t>
    </dgm:pt>
    <dgm:pt modelId="{19D49E20-5B82-45B7-A981-FA050CABB45F}" type="sibTrans" cxnId="{53C83C60-33B4-4BD9-84C8-900D78F348BC}">
      <dgm:prSet/>
      <dgm:spPr/>
      <dgm:t>
        <a:bodyPr/>
        <a:lstStyle/>
        <a:p>
          <a:endParaRPr lang="en-US"/>
        </a:p>
      </dgm:t>
    </dgm:pt>
    <dgm:pt modelId="{DCDA2089-39F0-4FFE-B092-6DF3D983EA69}">
      <dgm:prSet/>
      <dgm:spPr/>
      <dgm:t>
        <a:bodyPr/>
        <a:lstStyle/>
        <a:p>
          <a:r>
            <a:rPr lang="vi-VN" dirty="0"/>
            <a:t>So sánh giai đoạn: Đối chiếu kết quả của GD1 và GD2</a:t>
          </a:r>
          <a:endParaRPr lang="en-US" dirty="0"/>
        </a:p>
      </dgm:t>
    </dgm:pt>
    <dgm:pt modelId="{C4E2E635-6965-4B2B-A0D7-1589C6AC2485}" type="parTrans" cxnId="{CED7A3D2-85C0-4186-9A3A-572B1A3D9D95}">
      <dgm:prSet/>
      <dgm:spPr/>
      <dgm:t>
        <a:bodyPr/>
        <a:lstStyle/>
        <a:p>
          <a:endParaRPr lang="en-US"/>
        </a:p>
      </dgm:t>
    </dgm:pt>
    <dgm:pt modelId="{A429FE3F-8B31-43EC-9B57-F29DBF3D2773}" type="sibTrans" cxnId="{CED7A3D2-85C0-4186-9A3A-572B1A3D9D95}">
      <dgm:prSet/>
      <dgm:spPr/>
      <dgm:t>
        <a:bodyPr/>
        <a:lstStyle/>
        <a:p>
          <a:endParaRPr lang="en-US"/>
        </a:p>
      </dgm:t>
    </dgm:pt>
    <dgm:pt modelId="{A782C7B0-E5FD-4775-A5B5-766A447D1187}" type="pres">
      <dgm:prSet presAssocID="{A62CBA44-B326-413A-96E2-95B4F45B6E13}" presName="Name0" presStyleCnt="0">
        <dgm:presLayoutVars>
          <dgm:chMax val="7"/>
          <dgm:chPref val="7"/>
          <dgm:dir/>
        </dgm:presLayoutVars>
      </dgm:prSet>
      <dgm:spPr/>
    </dgm:pt>
    <dgm:pt modelId="{75CAC922-93EA-4141-8E39-33A6DB0A976A}" type="pres">
      <dgm:prSet presAssocID="{A62CBA44-B326-413A-96E2-95B4F45B6E13}" presName="Name1" presStyleCnt="0"/>
      <dgm:spPr/>
    </dgm:pt>
    <dgm:pt modelId="{95ADC736-6E23-4F13-9260-74D468F4D9F5}" type="pres">
      <dgm:prSet presAssocID="{A62CBA44-B326-413A-96E2-95B4F45B6E13}" presName="cycle" presStyleCnt="0"/>
      <dgm:spPr/>
    </dgm:pt>
    <dgm:pt modelId="{7CF60AE7-6E9F-4A1F-B594-B2641A969784}" type="pres">
      <dgm:prSet presAssocID="{A62CBA44-B326-413A-96E2-95B4F45B6E13}" presName="srcNode" presStyleLbl="node1" presStyleIdx="0" presStyleCnt="5"/>
      <dgm:spPr/>
    </dgm:pt>
    <dgm:pt modelId="{3A748928-11B6-4F3E-BBB4-1434FB968259}" type="pres">
      <dgm:prSet presAssocID="{A62CBA44-B326-413A-96E2-95B4F45B6E13}" presName="conn" presStyleLbl="parChTrans1D2" presStyleIdx="0" presStyleCnt="1"/>
      <dgm:spPr/>
    </dgm:pt>
    <dgm:pt modelId="{0F5C3078-A721-4313-BD45-299F1634AA42}" type="pres">
      <dgm:prSet presAssocID="{A62CBA44-B326-413A-96E2-95B4F45B6E13}" presName="extraNode" presStyleLbl="node1" presStyleIdx="0" presStyleCnt="5"/>
      <dgm:spPr/>
    </dgm:pt>
    <dgm:pt modelId="{5C828A3D-DDDB-4CF1-9697-9F072C52416C}" type="pres">
      <dgm:prSet presAssocID="{A62CBA44-B326-413A-96E2-95B4F45B6E13}" presName="dstNode" presStyleLbl="node1" presStyleIdx="0" presStyleCnt="5"/>
      <dgm:spPr/>
    </dgm:pt>
    <dgm:pt modelId="{C96495F5-A832-4DBF-BC4D-4BD31CC67F1A}" type="pres">
      <dgm:prSet presAssocID="{B18B4632-CFC8-4DEB-A95B-0FD487E23FB8}" presName="text_1" presStyleLbl="node1" presStyleIdx="0" presStyleCnt="5" custLinFactNeighborX="895" custLinFactNeighborY="-5444">
        <dgm:presLayoutVars>
          <dgm:bulletEnabled val="1"/>
        </dgm:presLayoutVars>
      </dgm:prSet>
      <dgm:spPr/>
    </dgm:pt>
    <dgm:pt modelId="{B8766CEB-B85F-46B8-B0EE-CF9C89024E22}" type="pres">
      <dgm:prSet presAssocID="{B18B4632-CFC8-4DEB-A95B-0FD487E23FB8}" presName="accent_1" presStyleCnt="0"/>
      <dgm:spPr/>
    </dgm:pt>
    <dgm:pt modelId="{EDDD6E67-7263-4395-BB36-3130EE311EA3}" type="pres">
      <dgm:prSet presAssocID="{B18B4632-CFC8-4DEB-A95B-0FD487E23FB8}" presName="accentRepeatNode" presStyleLbl="solidFgAcc1" presStyleIdx="0" presStyleCnt="5"/>
      <dgm:spPr/>
    </dgm:pt>
    <dgm:pt modelId="{B2202149-E5A6-4F53-AE1F-B9168962E966}" type="pres">
      <dgm:prSet presAssocID="{30AA4A27-050C-447B-BA06-171523AF4332}" presName="text_2" presStyleLbl="node1" presStyleIdx="1" presStyleCnt="5">
        <dgm:presLayoutVars>
          <dgm:bulletEnabled val="1"/>
        </dgm:presLayoutVars>
      </dgm:prSet>
      <dgm:spPr/>
    </dgm:pt>
    <dgm:pt modelId="{42F0A489-6EEB-459F-8CEB-7CFB5B42A4D9}" type="pres">
      <dgm:prSet presAssocID="{30AA4A27-050C-447B-BA06-171523AF4332}" presName="accent_2" presStyleCnt="0"/>
      <dgm:spPr/>
    </dgm:pt>
    <dgm:pt modelId="{B48FF24B-5282-46C3-934E-E65A7F43E9DB}" type="pres">
      <dgm:prSet presAssocID="{30AA4A27-050C-447B-BA06-171523AF4332}" presName="accentRepeatNode" presStyleLbl="solidFgAcc1" presStyleIdx="1" presStyleCnt="5"/>
      <dgm:spPr/>
    </dgm:pt>
    <dgm:pt modelId="{6C253D3A-943B-4EF7-80BB-31D7C0327EC2}" type="pres">
      <dgm:prSet presAssocID="{48840CBD-2B9C-4C81-94A5-65BAD9C945C9}" presName="text_3" presStyleLbl="node1" presStyleIdx="2" presStyleCnt="5">
        <dgm:presLayoutVars>
          <dgm:bulletEnabled val="1"/>
        </dgm:presLayoutVars>
      </dgm:prSet>
      <dgm:spPr/>
    </dgm:pt>
    <dgm:pt modelId="{5483FB2C-1C82-4455-9DB8-D8898670432B}" type="pres">
      <dgm:prSet presAssocID="{48840CBD-2B9C-4C81-94A5-65BAD9C945C9}" presName="accent_3" presStyleCnt="0"/>
      <dgm:spPr/>
    </dgm:pt>
    <dgm:pt modelId="{43C41C02-822C-4801-BC78-AF43E1BEDE52}" type="pres">
      <dgm:prSet presAssocID="{48840CBD-2B9C-4C81-94A5-65BAD9C945C9}" presName="accentRepeatNode" presStyleLbl="solidFgAcc1" presStyleIdx="2" presStyleCnt="5"/>
      <dgm:spPr/>
    </dgm:pt>
    <dgm:pt modelId="{D22252CE-5E5A-4A2C-AA48-A90ACA5B6A89}" type="pres">
      <dgm:prSet presAssocID="{27FDA3A0-9338-46F9-854B-42ABFDA65278}" presName="text_4" presStyleLbl="node1" presStyleIdx="3" presStyleCnt="5">
        <dgm:presLayoutVars>
          <dgm:bulletEnabled val="1"/>
        </dgm:presLayoutVars>
      </dgm:prSet>
      <dgm:spPr/>
    </dgm:pt>
    <dgm:pt modelId="{28944D4F-CA40-40C0-B905-0670566F946B}" type="pres">
      <dgm:prSet presAssocID="{27FDA3A0-9338-46F9-854B-42ABFDA65278}" presName="accent_4" presStyleCnt="0"/>
      <dgm:spPr/>
    </dgm:pt>
    <dgm:pt modelId="{5DD3E00D-0149-4EA6-841D-32966DFE9B83}" type="pres">
      <dgm:prSet presAssocID="{27FDA3A0-9338-46F9-854B-42ABFDA65278}" presName="accentRepeatNode" presStyleLbl="solidFgAcc1" presStyleIdx="3" presStyleCnt="5"/>
      <dgm:spPr/>
    </dgm:pt>
    <dgm:pt modelId="{4BD5E75D-FEF9-4C3D-B413-E605DEF2AEA4}" type="pres">
      <dgm:prSet presAssocID="{DCDA2089-39F0-4FFE-B092-6DF3D983EA69}" presName="text_5" presStyleLbl="node1" presStyleIdx="4" presStyleCnt="5">
        <dgm:presLayoutVars>
          <dgm:bulletEnabled val="1"/>
        </dgm:presLayoutVars>
      </dgm:prSet>
      <dgm:spPr/>
    </dgm:pt>
    <dgm:pt modelId="{7717634D-E977-43C3-92E1-24FE1CF81ECA}" type="pres">
      <dgm:prSet presAssocID="{DCDA2089-39F0-4FFE-B092-6DF3D983EA69}" presName="accent_5" presStyleCnt="0"/>
      <dgm:spPr/>
    </dgm:pt>
    <dgm:pt modelId="{F3E48C66-8D89-4F28-966F-BE0EFBF78B5B}" type="pres">
      <dgm:prSet presAssocID="{DCDA2089-39F0-4FFE-B092-6DF3D983EA69}" presName="accentRepeatNode" presStyleLbl="solidFgAcc1" presStyleIdx="4" presStyleCnt="5"/>
      <dgm:spPr/>
    </dgm:pt>
  </dgm:ptLst>
  <dgm:cxnLst>
    <dgm:cxn modelId="{3FD2D813-FBC5-4643-A4DC-D49A6747F4FD}" type="presOf" srcId="{B18B4632-CFC8-4DEB-A95B-0FD487E23FB8}" destId="{C96495F5-A832-4DBF-BC4D-4BD31CC67F1A}" srcOrd="0" destOrd="0" presId="urn:microsoft.com/office/officeart/2008/layout/VerticalCurvedList"/>
    <dgm:cxn modelId="{70E65918-CD1E-4D2E-B9BE-0863E3C72654}" type="presOf" srcId="{A62CBA44-B326-413A-96E2-95B4F45B6E13}" destId="{A782C7B0-E5FD-4775-A5B5-766A447D1187}" srcOrd="0" destOrd="0" presId="urn:microsoft.com/office/officeart/2008/layout/VerticalCurvedList"/>
    <dgm:cxn modelId="{15CAE31F-2599-4729-ABE3-FC266CEC3873}" srcId="{A62CBA44-B326-413A-96E2-95B4F45B6E13}" destId="{B18B4632-CFC8-4DEB-A95B-0FD487E23FB8}" srcOrd="0" destOrd="0" parTransId="{CC225D4A-92BA-43AB-95D3-21B908F49B08}" sibTransId="{7F6F2314-196C-4170-AF0B-05ADFFEE33A5}"/>
    <dgm:cxn modelId="{B63AAE5D-CD5A-4D9F-BB19-6801C80FDD2F}" type="presOf" srcId="{27FDA3A0-9338-46F9-854B-42ABFDA65278}" destId="{D22252CE-5E5A-4A2C-AA48-A90ACA5B6A89}" srcOrd="0" destOrd="0" presId="urn:microsoft.com/office/officeart/2008/layout/VerticalCurvedList"/>
    <dgm:cxn modelId="{53C83C60-33B4-4BD9-84C8-900D78F348BC}" srcId="{A62CBA44-B326-413A-96E2-95B4F45B6E13}" destId="{27FDA3A0-9338-46F9-854B-42ABFDA65278}" srcOrd="3" destOrd="0" parTransId="{F8AAE158-D478-4DD8-83F9-322D467C35A6}" sibTransId="{19D49E20-5B82-45B7-A981-FA050CABB45F}"/>
    <dgm:cxn modelId="{B2ECC94D-FDD4-41F3-B940-A1AA9D5A73E3}" type="presOf" srcId="{48840CBD-2B9C-4C81-94A5-65BAD9C945C9}" destId="{6C253D3A-943B-4EF7-80BB-31D7C0327EC2}" srcOrd="0" destOrd="0" presId="urn:microsoft.com/office/officeart/2008/layout/VerticalCurvedList"/>
    <dgm:cxn modelId="{4DBEE2A3-548B-4705-A70E-04115DD0B665}" type="presOf" srcId="{7F6F2314-196C-4170-AF0B-05ADFFEE33A5}" destId="{3A748928-11B6-4F3E-BBB4-1434FB968259}" srcOrd="0" destOrd="0" presId="urn:microsoft.com/office/officeart/2008/layout/VerticalCurvedList"/>
    <dgm:cxn modelId="{35118AAA-F0C6-4D5B-9EBE-9DE71BAC0BCE}" type="presOf" srcId="{30AA4A27-050C-447B-BA06-171523AF4332}" destId="{B2202149-E5A6-4F53-AE1F-B9168962E966}" srcOrd="0" destOrd="0" presId="urn:microsoft.com/office/officeart/2008/layout/VerticalCurvedList"/>
    <dgm:cxn modelId="{33B3E5B9-D03B-483B-8727-1921AC4C9EF4}" srcId="{A62CBA44-B326-413A-96E2-95B4F45B6E13}" destId="{48840CBD-2B9C-4C81-94A5-65BAD9C945C9}" srcOrd="2" destOrd="0" parTransId="{B50DD465-BEBF-4DF0-AC3B-7412A424A51E}" sibTransId="{B7F914BD-BBC8-4B9F-BA67-FD60A499FE56}"/>
    <dgm:cxn modelId="{276565CF-1F37-4FD5-8326-EFC6156E0563}" srcId="{A62CBA44-B326-413A-96E2-95B4F45B6E13}" destId="{30AA4A27-050C-447B-BA06-171523AF4332}" srcOrd="1" destOrd="0" parTransId="{7F138A6F-6933-4A08-8D46-858CCFEA8F72}" sibTransId="{F76010FA-19E8-45FD-8BC3-F9C97330D02C}"/>
    <dgm:cxn modelId="{CED7A3D2-85C0-4186-9A3A-572B1A3D9D95}" srcId="{A62CBA44-B326-413A-96E2-95B4F45B6E13}" destId="{DCDA2089-39F0-4FFE-B092-6DF3D983EA69}" srcOrd="4" destOrd="0" parTransId="{C4E2E635-6965-4B2B-A0D7-1589C6AC2485}" sibTransId="{A429FE3F-8B31-43EC-9B57-F29DBF3D2773}"/>
    <dgm:cxn modelId="{B87270D5-4A97-4E8F-BFB0-0A336837E5B7}" type="presOf" srcId="{DCDA2089-39F0-4FFE-B092-6DF3D983EA69}" destId="{4BD5E75D-FEF9-4C3D-B413-E605DEF2AEA4}" srcOrd="0" destOrd="0" presId="urn:microsoft.com/office/officeart/2008/layout/VerticalCurvedList"/>
    <dgm:cxn modelId="{15471025-4E2C-40D9-8F8F-0D228EDDD355}" type="presParOf" srcId="{A782C7B0-E5FD-4775-A5B5-766A447D1187}" destId="{75CAC922-93EA-4141-8E39-33A6DB0A976A}" srcOrd="0" destOrd="0" presId="urn:microsoft.com/office/officeart/2008/layout/VerticalCurvedList"/>
    <dgm:cxn modelId="{0511698F-6E93-4487-B0CF-BA302E91D1BE}" type="presParOf" srcId="{75CAC922-93EA-4141-8E39-33A6DB0A976A}" destId="{95ADC736-6E23-4F13-9260-74D468F4D9F5}" srcOrd="0" destOrd="0" presId="urn:microsoft.com/office/officeart/2008/layout/VerticalCurvedList"/>
    <dgm:cxn modelId="{6F6E1527-65F6-4F84-8018-0514F269B6D3}" type="presParOf" srcId="{95ADC736-6E23-4F13-9260-74D468F4D9F5}" destId="{7CF60AE7-6E9F-4A1F-B594-B2641A969784}" srcOrd="0" destOrd="0" presId="urn:microsoft.com/office/officeart/2008/layout/VerticalCurvedList"/>
    <dgm:cxn modelId="{BC836F5E-A645-46D4-9E66-4B8213674779}" type="presParOf" srcId="{95ADC736-6E23-4F13-9260-74D468F4D9F5}" destId="{3A748928-11B6-4F3E-BBB4-1434FB968259}" srcOrd="1" destOrd="0" presId="urn:microsoft.com/office/officeart/2008/layout/VerticalCurvedList"/>
    <dgm:cxn modelId="{62D192C9-4B19-447E-8769-3C65094FA2DE}" type="presParOf" srcId="{95ADC736-6E23-4F13-9260-74D468F4D9F5}" destId="{0F5C3078-A721-4313-BD45-299F1634AA42}" srcOrd="2" destOrd="0" presId="urn:microsoft.com/office/officeart/2008/layout/VerticalCurvedList"/>
    <dgm:cxn modelId="{075A76EF-95D3-41BA-A8A6-057FBEC62B1F}" type="presParOf" srcId="{95ADC736-6E23-4F13-9260-74D468F4D9F5}" destId="{5C828A3D-DDDB-4CF1-9697-9F072C52416C}" srcOrd="3" destOrd="0" presId="urn:microsoft.com/office/officeart/2008/layout/VerticalCurvedList"/>
    <dgm:cxn modelId="{94471AD9-14FE-4319-B168-A46096DF1B00}" type="presParOf" srcId="{75CAC922-93EA-4141-8E39-33A6DB0A976A}" destId="{C96495F5-A832-4DBF-BC4D-4BD31CC67F1A}" srcOrd="1" destOrd="0" presId="urn:microsoft.com/office/officeart/2008/layout/VerticalCurvedList"/>
    <dgm:cxn modelId="{39971880-6009-423F-9C42-D995715B02C1}" type="presParOf" srcId="{75CAC922-93EA-4141-8E39-33A6DB0A976A}" destId="{B8766CEB-B85F-46B8-B0EE-CF9C89024E22}" srcOrd="2" destOrd="0" presId="urn:microsoft.com/office/officeart/2008/layout/VerticalCurvedList"/>
    <dgm:cxn modelId="{F8971301-2BC8-482E-90C9-F54CD5D8EF44}" type="presParOf" srcId="{B8766CEB-B85F-46B8-B0EE-CF9C89024E22}" destId="{EDDD6E67-7263-4395-BB36-3130EE311EA3}" srcOrd="0" destOrd="0" presId="urn:microsoft.com/office/officeart/2008/layout/VerticalCurvedList"/>
    <dgm:cxn modelId="{4CB8FAB1-69AE-465B-91C0-786424119ECA}" type="presParOf" srcId="{75CAC922-93EA-4141-8E39-33A6DB0A976A}" destId="{B2202149-E5A6-4F53-AE1F-B9168962E966}" srcOrd="3" destOrd="0" presId="urn:microsoft.com/office/officeart/2008/layout/VerticalCurvedList"/>
    <dgm:cxn modelId="{FE699F2B-2348-4499-9827-5BD19075CEF8}" type="presParOf" srcId="{75CAC922-93EA-4141-8E39-33A6DB0A976A}" destId="{42F0A489-6EEB-459F-8CEB-7CFB5B42A4D9}" srcOrd="4" destOrd="0" presId="urn:microsoft.com/office/officeart/2008/layout/VerticalCurvedList"/>
    <dgm:cxn modelId="{653BD7D2-6273-46F2-B8AE-D900AA4D8FE9}" type="presParOf" srcId="{42F0A489-6EEB-459F-8CEB-7CFB5B42A4D9}" destId="{B48FF24B-5282-46C3-934E-E65A7F43E9DB}" srcOrd="0" destOrd="0" presId="urn:microsoft.com/office/officeart/2008/layout/VerticalCurvedList"/>
    <dgm:cxn modelId="{AE585857-5CAD-4608-87A9-0C0402A40FB5}" type="presParOf" srcId="{75CAC922-93EA-4141-8E39-33A6DB0A976A}" destId="{6C253D3A-943B-4EF7-80BB-31D7C0327EC2}" srcOrd="5" destOrd="0" presId="urn:microsoft.com/office/officeart/2008/layout/VerticalCurvedList"/>
    <dgm:cxn modelId="{5AC22884-5AD6-41F5-96B7-1B0A8EEC7EF5}" type="presParOf" srcId="{75CAC922-93EA-4141-8E39-33A6DB0A976A}" destId="{5483FB2C-1C82-4455-9DB8-D8898670432B}" srcOrd="6" destOrd="0" presId="urn:microsoft.com/office/officeart/2008/layout/VerticalCurvedList"/>
    <dgm:cxn modelId="{0DADBBDD-ED64-41A8-8503-B7A98CDE6E24}" type="presParOf" srcId="{5483FB2C-1C82-4455-9DB8-D8898670432B}" destId="{43C41C02-822C-4801-BC78-AF43E1BEDE52}" srcOrd="0" destOrd="0" presId="urn:microsoft.com/office/officeart/2008/layout/VerticalCurvedList"/>
    <dgm:cxn modelId="{694FBE08-3DC3-45E1-AD84-D525F1935F10}" type="presParOf" srcId="{75CAC922-93EA-4141-8E39-33A6DB0A976A}" destId="{D22252CE-5E5A-4A2C-AA48-A90ACA5B6A89}" srcOrd="7" destOrd="0" presId="urn:microsoft.com/office/officeart/2008/layout/VerticalCurvedList"/>
    <dgm:cxn modelId="{3A348659-4DB7-4BD7-818C-39527244968A}" type="presParOf" srcId="{75CAC922-93EA-4141-8E39-33A6DB0A976A}" destId="{28944D4F-CA40-40C0-B905-0670566F946B}" srcOrd="8" destOrd="0" presId="urn:microsoft.com/office/officeart/2008/layout/VerticalCurvedList"/>
    <dgm:cxn modelId="{DD4FAA5E-3544-4056-93D2-E87DA6488215}" type="presParOf" srcId="{28944D4F-CA40-40C0-B905-0670566F946B}" destId="{5DD3E00D-0149-4EA6-841D-32966DFE9B83}" srcOrd="0" destOrd="0" presId="urn:microsoft.com/office/officeart/2008/layout/VerticalCurvedList"/>
    <dgm:cxn modelId="{D60352B4-5725-4992-A93A-B26F4F75024C}" type="presParOf" srcId="{75CAC922-93EA-4141-8E39-33A6DB0A976A}" destId="{4BD5E75D-FEF9-4C3D-B413-E605DEF2AEA4}" srcOrd="9" destOrd="0" presId="urn:microsoft.com/office/officeart/2008/layout/VerticalCurvedList"/>
    <dgm:cxn modelId="{66E5490F-7794-46AA-BCDF-ACCDC6FDDAD7}" type="presParOf" srcId="{75CAC922-93EA-4141-8E39-33A6DB0A976A}" destId="{7717634D-E977-43C3-92E1-24FE1CF81ECA}" srcOrd="10" destOrd="0" presId="urn:microsoft.com/office/officeart/2008/layout/VerticalCurvedList"/>
    <dgm:cxn modelId="{877BA521-280A-4E46-A631-9F2482558A23}" type="presParOf" srcId="{7717634D-E977-43C3-92E1-24FE1CF81ECA}" destId="{F3E48C66-8D89-4F28-966F-BE0EFBF78B5B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1FBA9754-88B6-4D39-8945-FB4EA9AE6D6C}" type="doc">
      <dgm:prSet loTypeId="urn:microsoft.com/office/officeart/2005/8/layout/pyramid2" loCatId="pyramid" qsTypeId="urn:microsoft.com/office/officeart/2005/8/quickstyle/simple1" qsCatId="simple" csTypeId="urn:microsoft.com/office/officeart/2005/8/colors/colorful5" csCatId="colorful" phldr="1"/>
      <dgm:spPr/>
    </dgm:pt>
    <dgm:pt modelId="{B4B140F0-18EF-4AD5-BA23-BDDEB026D51B}">
      <dgm:prSet phldrT="[Text]"/>
      <dgm:spPr/>
      <dgm:t>
        <a:bodyPr/>
        <a:lstStyle/>
        <a:p>
          <a:r>
            <a:rPr lang="vi-VN" dirty="0"/>
            <a:t>Giáo Viên</a:t>
          </a:r>
          <a:endParaRPr lang="en-US" dirty="0"/>
        </a:p>
      </dgm:t>
    </dgm:pt>
    <dgm:pt modelId="{C5C7608E-BB5C-4F92-A3C5-6BFE7D13C6F1}" type="parTrans" cxnId="{E02986A5-5215-4644-93E8-4E2204356332}">
      <dgm:prSet/>
      <dgm:spPr/>
      <dgm:t>
        <a:bodyPr/>
        <a:lstStyle/>
        <a:p>
          <a:endParaRPr lang="en-US"/>
        </a:p>
      </dgm:t>
    </dgm:pt>
    <dgm:pt modelId="{4F151B58-0E43-4B8C-AB26-4D82081432A4}" type="sibTrans" cxnId="{E02986A5-5215-4644-93E8-4E2204356332}">
      <dgm:prSet/>
      <dgm:spPr/>
      <dgm:t>
        <a:bodyPr/>
        <a:lstStyle/>
        <a:p>
          <a:endParaRPr lang="en-US"/>
        </a:p>
      </dgm:t>
    </dgm:pt>
    <dgm:pt modelId="{2CE33172-432E-42F6-A24D-B3AED19E71C8}">
      <dgm:prSet phldrT="[Text]"/>
      <dgm:spPr/>
      <dgm:t>
        <a:bodyPr/>
        <a:lstStyle/>
        <a:p>
          <a:r>
            <a:rPr lang="vi-VN" dirty="0"/>
            <a:t>Học sinh</a:t>
          </a:r>
          <a:endParaRPr lang="en-US" dirty="0"/>
        </a:p>
      </dgm:t>
    </dgm:pt>
    <dgm:pt modelId="{A344D159-E30B-4856-A60B-5A90FF15E637}" type="parTrans" cxnId="{C723C7BC-E8EA-445B-B86D-35A3D0824702}">
      <dgm:prSet/>
      <dgm:spPr/>
      <dgm:t>
        <a:bodyPr/>
        <a:lstStyle/>
        <a:p>
          <a:endParaRPr lang="en-US"/>
        </a:p>
      </dgm:t>
    </dgm:pt>
    <dgm:pt modelId="{2EACDB64-ACD4-4FD9-AA3D-00782E90E4F0}" type="sibTrans" cxnId="{C723C7BC-E8EA-445B-B86D-35A3D0824702}">
      <dgm:prSet/>
      <dgm:spPr/>
      <dgm:t>
        <a:bodyPr/>
        <a:lstStyle/>
        <a:p>
          <a:endParaRPr lang="en-US"/>
        </a:p>
      </dgm:t>
    </dgm:pt>
    <dgm:pt modelId="{C30F0153-37B6-4B4C-A5E0-9138C267F634}">
      <dgm:prSet phldrT="[Text]"/>
      <dgm:spPr/>
      <dgm:t>
        <a:bodyPr/>
        <a:lstStyle/>
        <a:p>
          <a:r>
            <a:rPr lang="vi-VN" dirty="0"/>
            <a:t>Quản trị</a:t>
          </a:r>
          <a:endParaRPr lang="en-US" dirty="0"/>
        </a:p>
      </dgm:t>
    </dgm:pt>
    <dgm:pt modelId="{ABB651FA-6B15-4256-BE9B-33A5273DA663}" type="parTrans" cxnId="{2FC673E8-7EAE-4B19-AC35-A12547FB4767}">
      <dgm:prSet/>
      <dgm:spPr/>
      <dgm:t>
        <a:bodyPr/>
        <a:lstStyle/>
        <a:p>
          <a:endParaRPr lang="en-US"/>
        </a:p>
      </dgm:t>
    </dgm:pt>
    <dgm:pt modelId="{55247DF0-FD94-4AA6-945F-EC1A994311F4}" type="sibTrans" cxnId="{2FC673E8-7EAE-4B19-AC35-A12547FB4767}">
      <dgm:prSet/>
      <dgm:spPr/>
      <dgm:t>
        <a:bodyPr/>
        <a:lstStyle/>
        <a:p>
          <a:endParaRPr lang="en-US"/>
        </a:p>
      </dgm:t>
    </dgm:pt>
    <dgm:pt modelId="{97647AF2-82B4-4160-BE00-53E3A39B4A0D}" type="pres">
      <dgm:prSet presAssocID="{1FBA9754-88B6-4D39-8945-FB4EA9AE6D6C}" presName="compositeShape" presStyleCnt="0">
        <dgm:presLayoutVars>
          <dgm:dir/>
          <dgm:resizeHandles/>
        </dgm:presLayoutVars>
      </dgm:prSet>
      <dgm:spPr/>
    </dgm:pt>
    <dgm:pt modelId="{446AD0B9-FD94-471A-8B33-20CAFC79BA03}" type="pres">
      <dgm:prSet presAssocID="{1FBA9754-88B6-4D39-8945-FB4EA9AE6D6C}" presName="pyramid" presStyleLbl="node1" presStyleIdx="0" presStyleCnt="1" custLinFactNeighborX="12930"/>
      <dgm:spPr/>
    </dgm:pt>
    <dgm:pt modelId="{B8F1BE05-42DD-4B29-B78A-4ABF43BE8F46}" type="pres">
      <dgm:prSet presAssocID="{1FBA9754-88B6-4D39-8945-FB4EA9AE6D6C}" presName="theList" presStyleCnt="0"/>
      <dgm:spPr/>
    </dgm:pt>
    <dgm:pt modelId="{20F153FA-731E-40B0-BC0B-37DE83E76F0E}" type="pres">
      <dgm:prSet presAssocID="{B4B140F0-18EF-4AD5-BA23-BDDEB026D51B}" presName="aNode" presStyleLbl="fgAcc1" presStyleIdx="0" presStyleCnt="3">
        <dgm:presLayoutVars>
          <dgm:bulletEnabled val="1"/>
        </dgm:presLayoutVars>
      </dgm:prSet>
      <dgm:spPr/>
    </dgm:pt>
    <dgm:pt modelId="{62D81B99-41F8-41C4-A55E-A9A462D3F245}" type="pres">
      <dgm:prSet presAssocID="{B4B140F0-18EF-4AD5-BA23-BDDEB026D51B}" presName="aSpace" presStyleCnt="0"/>
      <dgm:spPr/>
    </dgm:pt>
    <dgm:pt modelId="{4238D2B9-DDD9-40B9-9356-5C5FF6E69852}" type="pres">
      <dgm:prSet presAssocID="{2CE33172-432E-42F6-A24D-B3AED19E71C8}" presName="aNode" presStyleLbl="fgAcc1" presStyleIdx="1" presStyleCnt="3">
        <dgm:presLayoutVars>
          <dgm:bulletEnabled val="1"/>
        </dgm:presLayoutVars>
      </dgm:prSet>
      <dgm:spPr/>
    </dgm:pt>
    <dgm:pt modelId="{232830C4-9245-4125-AC80-D96DF9AFA234}" type="pres">
      <dgm:prSet presAssocID="{2CE33172-432E-42F6-A24D-B3AED19E71C8}" presName="aSpace" presStyleCnt="0"/>
      <dgm:spPr/>
    </dgm:pt>
    <dgm:pt modelId="{D531C2A4-2EB8-4616-B06E-F8C1E82E1F06}" type="pres">
      <dgm:prSet presAssocID="{C30F0153-37B6-4B4C-A5E0-9138C267F634}" presName="aNode" presStyleLbl="fgAcc1" presStyleIdx="2" presStyleCnt="3">
        <dgm:presLayoutVars>
          <dgm:bulletEnabled val="1"/>
        </dgm:presLayoutVars>
      </dgm:prSet>
      <dgm:spPr/>
    </dgm:pt>
    <dgm:pt modelId="{36328730-5725-482B-AF05-F906A7F359CD}" type="pres">
      <dgm:prSet presAssocID="{C30F0153-37B6-4B4C-A5E0-9138C267F634}" presName="aSpace" presStyleCnt="0"/>
      <dgm:spPr/>
    </dgm:pt>
  </dgm:ptLst>
  <dgm:cxnLst>
    <dgm:cxn modelId="{A2E3C75F-4599-468A-B9C7-34AA20A86264}" type="presOf" srcId="{2CE33172-432E-42F6-A24D-B3AED19E71C8}" destId="{4238D2B9-DDD9-40B9-9356-5C5FF6E69852}" srcOrd="0" destOrd="0" presId="urn:microsoft.com/office/officeart/2005/8/layout/pyramid2"/>
    <dgm:cxn modelId="{22175B76-291F-409B-9E24-85FD7DC2462C}" type="presOf" srcId="{C30F0153-37B6-4B4C-A5E0-9138C267F634}" destId="{D531C2A4-2EB8-4616-B06E-F8C1E82E1F06}" srcOrd="0" destOrd="0" presId="urn:microsoft.com/office/officeart/2005/8/layout/pyramid2"/>
    <dgm:cxn modelId="{97B7CC57-F63B-4C71-AB33-EF9127EB62A6}" type="presOf" srcId="{1FBA9754-88B6-4D39-8945-FB4EA9AE6D6C}" destId="{97647AF2-82B4-4160-BE00-53E3A39B4A0D}" srcOrd="0" destOrd="0" presId="urn:microsoft.com/office/officeart/2005/8/layout/pyramid2"/>
    <dgm:cxn modelId="{E02986A5-5215-4644-93E8-4E2204356332}" srcId="{1FBA9754-88B6-4D39-8945-FB4EA9AE6D6C}" destId="{B4B140F0-18EF-4AD5-BA23-BDDEB026D51B}" srcOrd="0" destOrd="0" parTransId="{C5C7608E-BB5C-4F92-A3C5-6BFE7D13C6F1}" sibTransId="{4F151B58-0E43-4B8C-AB26-4D82081432A4}"/>
    <dgm:cxn modelId="{C723C7BC-E8EA-445B-B86D-35A3D0824702}" srcId="{1FBA9754-88B6-4D39-8945-FB4EA9AE6D6C}" destId="{2CE33172-432E-42F6-A24D-B3AED19E71C8}" srcOrd="1" destOrd="0" parTransId="{A344D159-E30B-4856-A60B-5A90FF15E637}" sibTransId="{2EACDB64-ACD4-4FD9-AA3D-00782E90E4F0}"/>
    <dgm:cxn modelId="{D409E6DB-88CB-463A-BEEE-3424472EDDFC}" type="presOf" srcId="{B4B140F0-18EF-4AD5-BA23-BDDEB026D51B}" destId="{20F153FA-731E-40B0-BC0B-37DE83E76F0E}" srcOrd="0" destOrd="0" presId="urn:microsoft.com/office/officeart/2005/8/layout/pyramid2"/>
    <dgm:cxn modelId="{2FC673E8-7EAE-4B19-AC35-A12547FB4767}" srcId="{1FBA9754-88B6-4D39-8945-FB4EA9AE6D6C}" destId="{C30F0153-37B6-4B4C-A5E0-9138C267F634}" srcOrd="2" destOrd="0" parTransId="{ABB651FA-6B15-4256-BE9B-33A5273DA663}" sibTransId="{55247DF0-FD94-4AA6-945F-EC1A994311F4}"/>
    <dgm:cxn modelId="{835A884B-C876-4E58-B55B-A436BFDD643A}" type="presParOf" srcId="{97647AF2-82B4-4160-BE00-53E3A39B4A0D}" destId="{446AD0B9-FD94-471A-8B33-20CAFC79BA03}" srcOrd="0" destOrd="0" presId="urn:microsoft.com/office/officeart/2005/8/layout/pyramid2"/>
    <dgm:cxn modelId="{1BAD01DC-2BB6-41FF-B363-9E6337E88D33}" type="presParOf" srcId="{97647AF2-82B4-4160-BE00-53E3A39B4A0D}" destId="{B8F1BE05-42DD-4B29-B78A-4ABF43BE8F46}" srcOrd="1" destOrd="0" presId="urn:microsoft.com/office/officeart/2005/8/layout/pyramid2"/>
    <dgm:cxn modelId="{41871D8E-CD0D-4CD2-9147-A3A3C883BC39}" type="presParOf" srcId="{B8F1BE05-42DD-4B29-B78A-4ABF43BE8F46}" destId="{20F153FA-731E-40B0-BC0B-37DE83E76F0E}" srcOrd="0" destOrd="0" presId="urn:microsoft.com/office/officeart/2005/8/layout/pyramid2"/>
    <dgm:cxn modelId="{D730C44E-CF9B-4A21-9395-6525812B013D}" type="presParOf" srcId="{B8F1BE05-42DD-4B29-B78A-4ABF43BE8F46}" destId="{62D81B99-41F8-41C4-A55E-A9A462D3F245}" srcOrd="1" destOrd="0" presId="urn:microsoft.com/office/officeart/2005/8/layout/pyramid2"/>
    <dgm:cxn modelId="{6F32CB6F-65E1-4979-8635-8B0C887D1C3D}" type="presParOf" srcId="{B8F1BE05-42DD-4B29-B78A-4ABF43BE8F46}" destId="{4238D2B9-DDD9-40B9-9356-5C5FF6E69852}" srcOrd="2" destOrd="0" presId="urn:microsoft.com/office/officeart/2005/8/layout/pyramid2"/>
    <dgm:cxn modelId="{EC400DAB-8DB2-4144-9CCA-27048C2B170D}" type="presParOf" srcId="{B8F1BE05-42DD-4B29-B78A-4ABF43BE8F46}" destId="{232830C4-9245-4125-AC80-D96DF9AFA234}" srcOrd="3" destOrd="0" presId="urn:microsoft.com/office/officeart/2005/8/layout/pyramid2"/>
    <dgm:cxn modelId="{4FBFAE13-AB79-4C1A-AB10-6770A73B1D63}" type="presParOf" srcId="{B8F1BE05-42DD-4B29-B78A-4ABF43BE8F46}" destId="{D531C2A4-2EB8-4616-B06E-F8C1E82E1F06}" srcOrd="4" destOrd="0" presId="urn:microsoft.com/office/officeart/2005/8/layout/pyramid2"/>
    <dgm:cxn modelId="{E58D0E8B-4B89-430F-A618-BC8DAA874C4D}" type="presParOf" srcId="{B8F1BE05-42DD-4B29-B78A-4ABF43BE8F46}" destId="{36328730-5725-482B-AF05-F906A7F359CD}" srcOrd="5" destOrd="0" presId="urn:microsoft.com/office/officeart/2005/8/layout/pyramid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5556E561-07E7-42EA-8707-7CAFBCEC3A4B}" type="doc">
      <dgm:prSet loTypeId="urn:microsoft.com/office/officeart/2005/8/layout/vList4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5087027E-76FC-426F-A164-D12FDB788E3C}">
      <dgm:prSet phldrT="[Text]"/>
      <dgm:spPr/>
      <dgm:t>
        <a:bodyPr/>
        <a:lstStyle/>
        <a:p>
          <a:r>
            <a:rPr lang="vi-VN" dirty="0"/>
            <a:t>Tầng 1</a:t>
          </a:r>
          <a:endParaRPr lang="en-US" dirty="0"/>
        </a:p>
      </dgm:t>
    </dgm:pt>
    <dgm:pt modelId="{367D6B58-6FAB-4873-A7D3-6753F127B4D0}" type="parTrans" cxnId="{0BB4808C-E56C-4B7E-BC39-CB006FC24EED}">
      <dgm:prSet/>
      <dgm:spPr/>
      <dgm:t>
        <a:bodyPr/>
        <a:lstStyle/>
        <a:p>
          <a:endParaRPr lang="en-US"/>
        </a:p>
      </dgm:t>
    </dgm:pt>
    <dgm:pt modelId="{A1FAA42F-E3DF-4049-A4E0-3DDC0C2F9125}" type="sibTrans" cxnId="{0BB4808C-E56C-4B7E-BC39-CB006FC24EED}">
      <dgm:prSet/>
      <dgm:spPr/>
      <dgm:t>
        <a:bodyPr/>
        <a:lstStyle/>
        <a:p>
          <a:endParaRPr lang="en-US"/>
        </a:p>
      </dgm:t>
    </dgm:pt>
    <dgm:pt modelId="{7C2561E1-DDFB-4FBB-8C51-DA465BD318D4}">
      <dgm:prSet phldrT="[Text]"/>
      <dgm:spPr/>
      <dgm:t>
        <a:bodyPr/>
        <a:lstStyle/>
        <a:p>
          <a:r>
            <a:rPr lang="vi-VN" dirty="0"/>
            <a:t>Nhập và chuẩn hóa</a:t>
          </a:r>
          <a:endParaRPr lang="en-US" dirty="0"/>
        </a:p>
      </dgm:t>
    </dgm:pt>
    <dgm:pt modelId="{1826E152-DCC3-48EF-814C-8FCC7A16C419}" type="parTrans" cxnId="{B3EAA1C5-102E-4AB6-871D-D8C4EA782FE1}">
      <dgm:prSet/>
      <dgm:spPr/>
      <dgm:t>
        <a:bodyPr/>
        <a:lstStyle/>
        <a:p>
          <a:endParaRPr lang="en-US"/>
        </a:p>
      </dgm:t>
    </dgm:pt>
    <dgm:pt modelId="{E78447D5-A51C-42AB-B804-A69071AB949C}" type="sibTrans" cxnId="{B3EAA1C5-102E-4AB6-871D-D8C4EA782FE1}">
      <dgm:prSet/>
      <dgm:spPr/>
      <dgm:t>
        <a:bodyPr/>
        <a:lstStyle/>
        <a:p>
          <a:endParaRPr lang="en-US"/>
        </a:p>
      </dgm:t>
    </dgm:pt>
    <dgm:pt modelId="{CDBA489B-0FFD-477F-8576-F439CD9DF31D}">
      <dgm:prSet phldrT="[Text]"/>
      <dgm:spPr/>
      <dgm:t>
        <a:bodyPr/>
        <a:lstStyle/>
        <a:p>
          <a:r>
            <a:rPr lang="vi-VN" dirty="0"/>
            <a:t>UI.html -&gt; Upload.gs(</a:t>
          </a:r>
          <a:r>
            <a:rPr lang="vi-VN" dirty="0" err="1"/>
            <a:t>DriveAPI</a:t>
          </a:r>
          <a:r>
            <a:rPr lang="vi-VN" dirty="0"/>
            <a:t>) -&gt; </a:t>
          </a:r>
          <a:r>
            <a:rPr lang="vi-VN" dirty="0" err="1"/>
            <a:t>Sheet</a:t>
          </a:r>
          <a:endParaRPr lang="en-US" dirty="0"/>
        </a:p>
      </dgm:t>
    </dgm:pt>
    <dgm:pt modelId="{16F4F4D4-CB3F-4450-BEF5-88C0324B1EEA}" type="parTrans" cxnId="{F8E2EF98-9E98-48D7-80CA-008D12DEF7B0}">
      <dgm:prSet/>
      <dgm:spPr/>
      <dgm:t>
        <a:bodyPr/>
        <a:lstStyle/>
        <a:p>
          <a:endParaRPr lang="en-US"/>
        </a:p>
      </dgm:t>
    </dgm:pt>
    <dgm:pt modelId="{F0EFC791-2593-462F-BAC7-9D9249328A7E}" type="sibTrans" cxnId="{F8E2EF98-9E98-48D7-80CA-008D12DEF7B0}">
      <dgm:prSet/>
      <dgm:spPr/>
      <dgm:t>
        <a:bodyPr/>
        <a:lstStyle/>
        <a:p>
          <a:endParaRPr lang="en-US"/>
        </a:p>
      </dgm:t>
    </dgm:pt>
    <dgm:pt modelId="{444C6C3C-3F14-49CA-A25B-327BE4EECCC4}">
      <dgm:prSet phldrT="[Text]"/>
      <dgm:spPr/>
      <dgm:t>
        <a:bodyPr/>
        <a:lstStyle/>
        <a:p>
          <a:r>
            <a:rPr lang="vi-VN" dirty="0"/>
            <a:t>Tầng 2</a:t>
          </a:r>
          <a:endParaRPr lang="en-US" dirty="0"/>
        </a:p>
      </dgm:t>
    </dgm:pt>
    <dgm:pt modelId="{F1ED26AD-7B27-49AA-A071-3F6F2AE369A4}" type="parTrans" cxnId="{78F3430C-B59E-439F-8F6B-399D6F87317B}">
      <dgm:prSet/>
      <dgm:spPr/>
      <dgm:t>
        <a:bodyPr/>
        <a:lstStyle/>
        <a:p>
          <a:endParaRPr lang="en-US"/>
        </a:p>
      </dgm:t>
    </dgm:pt>
    <dgm:pt modelId="{496DC31A-3B0B-45DE-BAEE-4AB0BC6EC64E}" type="sibTrans" cxnId="{78F3430C-B59E-439F-8F6B-399D6F87317B}">
      <dgm:prSet/>
      <dgm:spPr/>
      <dgm:t>
        <a:bodyPr/>
        <a:lstStyle/>
        <a:p>
          <a:endParaRPr lang="en-US"/>
        </a:p>
      </dgm:t>
    </dgm:pt>
    <dgm:pt modelId="{15A00794-F682-45F5-9667-53B464DC8349}">
      <dgm:prSet phldrT="[Text]"/>
      <dgm:spPr/>
      <dgm:t>
        <a:bodyPr/>
        <a:lstStyle/>
        <a:p>
          <a:r>
            <a:rPr lang="vi-VN" dirty="0"/>
            <a:t>Phân tích và tính chỉ số</a:t>
          </a:r>
          <a:endParaRPr lang="en-US" dirty="0"/>
        </a:p>
      </dgm:t>
    </dgm:pt>
    <dgm:pt modelId="{E0C602AB-3CF7-4A9F-83C7-DCBF390A5BBE}" type="parTrans" cxnId="{5F14CB78-5044-47F5-AE21-1B91A19712BE}">
      <dgm:prSet/>
      <dgm:spPr/>
      <dgm:t>
        <a:bodyPr/>
        <a:lstStyle/>
        <a:p>
          <a:endParaRPr lang="en-US"/>
        </a:p>
      </dgm:t>
    </dgm:pt>
    <dgm:pt modelId="{C9FC739A-6C47-4753-B551-751DF99F40BF}" type="sibTrans" cxnId="{5F14CB78-5044-47F5-AE21-1B91A19712BE}">
      <dgm:prSet/>
      <dgm:spPr/>
      <dgm:t>
        <a:bodyPr/>
        <a:lstStyle/>
        <a:p>
          <a:endParaRPr lang="en-US"/>
        </a:p>
      </dgm:t>
    </dgm:pt>
    <dgm:pt modelId="{7ACF0ECF-CBB5-4616-8E6C-B3401763A3DB}">
      <dgm:prSet phldrT="[Text]"/>
      <dgm:spPr/>
      <dgm:t>
        <a:bodyPr/>
        <a:lstStyle/>
        <a:p>
          <a:r>
            <a:rPr lang="vi-VN" b="0" dirty="0"/>
            <a:t>Tầng 3</a:t>
          </a:r>
          <a:endParaRPr lang="en-US" b="0" dirty="0"/>
        </a:p>
      </dgm:t>
    </dgm:pt>
    <dgm:pt modelId="{F15E01F0-9045-4F44-BA2A-FE790714EDA4}" type="parTrans" cxnId="{46B0739C-8417-438C-B784-C53D8445F6C5}">
      <dgm:prSet/>
      <dgm:spPr/>
      <dgm:t>
        <a:bodyPr/>
        <a:lstStyle/>
        <a:p>
          <a:endParaRPr lang="en-US"/>
        </a:p>
      </dgm:t>
    </dgm:pt>
    <dgm:pt modelId="{8CF35A94-4F94-46CD-BC6A-32AC9BD7B658}" type="sibTrans" cxnId="{46B0739C-8417-438C-B784-C53D8445F6C5}">
      <dgm:prSet/>
      <dgm:spPr/>
      <dgm:t>
        <a:bodyPr/>
        <a:lstStyle/>
        <a:p>
          <a:endParaRPr lang="en-US"/>
        </a:p>
      </dgm:t>
    </dgm:pt>
    <dgm:pt modelId="{D8C6F89A-0E4D-44CB-9DB5-1EFE66A5CDB2}">
      <dgm:prSet phldrT="[Text]"/>
      <dgm:spPr/>
      <dgm:t>
        <a:bodyPr/>
        <a:lstStyle/>
        <a:p>
          <a:r>
            <a:rPr lang="vi-VN" b="0" dirty="0"/>
            <a:t>Nhận xét và báo cáo</a:t>
          </a:r>
          <a:endParaRPr lang="en-US" b="0" dirty="0"/>
        </a:p>
      </dgm:t>
    </dgm:pt>
    <dgm:pt modelId="{67B58826-6684-4A85-83B8-7C8DA888CD8A}" type="parTrans" cxnId="{B18ED824-B707-4D7A-BF6A-8C670FFD90C2}">
      <dgm:prSet/>
      <dgm:spPr/>
      <dgm:t>
        <a:bodyPr/>
        <a:lstStyle/>
        <a:p>
          <a:endParaRPr lang="en-US"/>
        </a:p>
      </dgm:t>
    </dgm:pt>
    <dgm:pt modelId="{7EFF14AA-9605-474D-A55A-70AD45ECA341}" type="sibTrans" cxnId="{B18ED824-B707-4D7A-BF6A-8C670FFD90C2}">
      <dgm:prSet/>
      <dgm:spPr/>
      <dgm:t>
        <a:bodyPr/>
        <a:lstStyle/>
        <a:p>
          <a:endParaRPr lang="en-US"/>
        </a:p>
      </dgm:t>
    </dgm:pt>
    <dgm:pt modelId="{2D757D8D-C7BF-4F8E-A402-C587CDA55D31}">
      <dgm:prSet phldrT="[Text]"/>
      <dgm:spPr/>
      <dgm:t>
        <a:bodyPr/>
        <a:lstStyle/>
        <a:p>
          <a:r>
            <a:rPr lang="en-US" b="0" dirty="0">
              <a:latin typeface="Arial" panose="020B0604020202020204" pitchFamily="34" charset="0"/>
              <a:cs typeface="Arial" panose="020B0604020202020204" pitchFamily="34" charset="0"/>
            </a:rPr>
            <a:t>ai.gs → Docs template &amp; </a:t>
          </a:r>
          <a:r>
            <a:rPr lang="en-US" b="0" dirty="0" err="1">
              <a:latin typeface="Arial" panose="020B0604020202020204" pitchFamily="34" charset="0"/>
              <a:cs typeface="Arial" panose="020B0604020202020204" pitchFamily="34" charset="0"/>
            </a:rPr>
            <a:t>báo</a:t>
          </a:r>
          <a:r>
            <a:rPr lang="en-US" b="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b="0" dirty="0" err="1">
              <a:latin typeface="Arial" panose="020B0604020202020204" pitchFamily="34" charset="0"/>
              <a:cs typeface="Arial" panose="020B0604020202020204" pitchFamily="34" charset="0"/>
            </a:rPr>
            <a:t>cáo</a:t>
          </a:r>
          <a:r>
            <a:rPr lang="en-US" b="0" dirty="0">
              <a:latin typeface="Arial" panose="020B0604020202020204" pitchFamily="34" charset="0"/>
              <a:cs typeface="Arial" panose="020B0604020202020204" pitchFamily="34" charset="0"/>
            </a:rPr>
            <a:t> so </a:t>
          </a:r>
          <a:r>
            <a:rPr lang="en-US" b="0" dirty="0" err="1">
              <a:latin typeface="Arial" panose="020B0604020202020204" pitchFamily="34" charset="0"/>
              <a:cs typeface="Arial" panose="020B0604020202020204" pitchFamily="34" charset="0"/>
            </a:rPr>
            <a:t>sánh</a:t>
          </a:r>
          <a:endParaRPr lang="en-US" b="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7D60F7B0-DFD2-4568-8762-0815D596626E}" type="parTrans" cxnId="{7E2F0F11-03DF-431A-AAE0-13B886174194}">
      <dgm:prSet/>
      <dgm:spPr/>
      <dgm:t>
        <a:bodyPr/>
        <a:lstStyle/>
        <a:p>
          <a:endParaRPr lang="en-US"/>
        </a:p>
      </dgm:t>
    </dgm:pt>
    <dgm:pt modelId="{FC6B4D4B-E253-4296-A95C-93FF12E812C8}" type="sibTrans" cxnId="{7E2F0F11-03DF-431A-AAE0-13B886174194}">
      <dgm:prSet/>
      <dgm:spPr/>
      <dgm:t>
        <a:bodyPr/>
        <a:lstStyle/>
        <a:p>
          <a:endParaRPr lang="en-US"/>
        </a:p>
      </dgm:t>
    </dgm:pt>
    <dgm:pt modelId="{E1E7E549-93E7-45C9-A9BA-A1131FFA85C2}" type="pres">
      <dgm:prSet presAssocID="{5556E561-07E7-42EA-8707-7CAFBCEC3A4B}" presName="linear" presStyleCnt="0">
        <dgm:presLayoutVars>
          <dgm:dir/>
          <dgm:resizeHandles val="exact"/>
        </dgm:presLayoutVars>
      </dgm:prSet>
      <dgm:spPr/>
    </dgm:pt>
    <dgm:pt modelId="{62F7D78D-909F-436F-B4B0-8523940EF0A0}" type="pres">
      <dgm:prSet presAssocID="{5087027E-76FC-426F-A164-D12FDB788E3C}" presName="comp" presStyleCnt="0"/>
      <dgm:spPr/>
    </dgm:pt>
    <dgm:pt modelId="{54813EE9-18E1-4DEC-B15D-A183F34A94C5}" type="pres">
      <dgm:prSet presAssocID="{5087027E-76FC-426F-A164-D12FDB788E3C}" presName="box" presStyleLbl="node1" presStyleIdx="0" presStyleCnt="3"/>
      <dgm:spPr/>
    </dgm:pt>
    <dgm:pt modelId="{2D2C8AB5-3B16-4638-A88D-6B246E41A7D1}" type="pres">
      <dgm:prSet presAssocID="{5087027E-76FC-426F-A164-D12FDB788E3C}" presName="img" presStyleLbl="fgImgPlace1" presStyleIdx="0" presStyleCnt="3"/>
      <dgm:spPr>
        <a:blipFill rotWithShape="1">
          <a:blip xmlns:r="http://schemas.openxmlformats.org/officeDocument/2006/relationships" r:embed="rId1"/>
          <a:srcRect/>
          <a:stretch>
            <a:fillRect l="-233000" r="-233000"/>
          </a:stretch>
        </a:blipFill>
      </dgm:spPr>
    </dgm:pt>
    <dgm:pt modelId="{7711821B-79AC-4C19-93F8-EB889D285A5F}" type="pres">
      <dgm:prSet presAssocID="{5087027E-76FC-426F-A164-D12FDB788E3C}" presName="text" presStyleLbl="node1" presStyleIdx="0" presStyleCnt="3">
        <dgm:presLayoutVars>
          <dgm:bulletEnabled val="1"/>
        </dgm:presLayoutVars>
      </dgm:prSet>
      <dgm:spPr/>
    </dgm:pt>
    <dgm:pt modelId="{E1317F4C-3506-4DB3-A02A-7F0809DA4ED4}" type="pres">
      <dgm:prSet presAssocID="{A1FAA42F-E3DF-4049-A4E0-3DDC0C2F9125}" presName="spacer" presStyleCnt="0"/>
      <dgm:spPr/>
    </dgm:pt>
    <dgm:pt modelId="{C8E1A5BE-A2C3-40C5-AF57-63EF797AF23A}" type="pres">
      <dgm:prSet presAssocID="{444C6C3C-3F14-49CA-A25B-327BE4EECCC4}" presName="comp" presStyleCnt="0"/>
      <dgm:spPr/>
    </dgm:pt>
    <dgm:pt modelId="{7F52BE3E-392C-4E6B-8F13-A7C0BCEA0090}" type="pres">
      <dgm:prSet presAssocID="{444C6C3C-3F14-49CA-A25B-327BE4EECCC4}" presName="box" presStyleLbl="node1" presStyleIdx="1" presStyleCnt="3"/>
      <dgm:spPr/>
    </dgm:pt>
    <dgm:pt modelId="{D95D7155-DCE5-4AAF-9C3D-98411A73846F}" type="pres">
      <dgm:prSet presAssocID="{444C6C3C-3F14-49CA-A25B-327BE4EECCC4}" presName="img" presStyleLbl="fgImgPlace1" presStyleIdx="1" presStyleCnt="3"/>
      <dgm:spPr>
        <a:blipFill rotWithShape="1">
          <a:blip xmlns:r="http://schemas.openxmlformats.org/officeDocument/2006/relationships" r:embed="rId2"/>
          <a:srcRect/>
          <a:stretch>
            <a:fillRect l="-51000" r="-51000"/>
          </a:stretch>
        </a:blipFill>
      </dgm:spPr>
    </dgm:pt>
    <dgm:pt modelId="{1BB15DA0-2E3F-4DBD-9FE5-F1110C9D331B}" type="pres">
      <dgm:prSet presAssocID="{444C6C3C-3F14-49CA-A25B-327BE4EECCC4}" presName="text" presStyleLbl="node1" presStyleIdx="1" presStyleCnt="3">
        <dgm:presLayoutVars>
          <dgm:bulletEnabled val="1"/>
        </dgm:presLayoutVars>
      </dgm:prSet>
      <dgm:spPr/>
    </dgm:pt>
    <dgm:pt modelId="{73107B37-91CC-4829-9B94-2A84A3986FF2}" type="pres">
      <dgm:prSet presAssocID="{496DC31A-3B0B-45DE-BAEE-4AB0BC6EC64E}" presName="spacer" presStyleCnt="0"/>
      <dgm:spPr/>
    </dgm:pt>
    <dgm:pt modelId="{933501DB-E1C9-4EE3-8A78-2933D8AA074F}" type="pres">
      <dgm:prSet presAssocID="{7ACF0ECF-CBB5-4616-8E6C-B3401763A3DB}" presName="comp" presStyleCnt="0"/>
      <dgm:spPr/>
    </dgm:pt>
    <dgm:pt modelId="{EC629A01-1B3B-4D1B-9449-F82C9C9D01C6}" type="pres">
      <dgm:prSet presAssocID="{7ACF0ECF-CBB5-4616-8E6C-B3401763A3DB}" presName="box" presStyleLbl="node1" presStyleIdx="2" presStyleCnt="3"/>
      <dgm:spPr/>
    </dgm:pt>
    <dgm:pt modelId="{55886923-3054-4F36-AF5D-0DA5227A05F2}" type="pres">
      <dgm:prSet presAssocID="{7ACF0ECF-CBB5-4616-8E6C-B3401763A3DB}" presName="img" presStyleLbl="fgImgPlace1" presStyleIdx="2" presStyleCnt="3" custLinFactNeighborX="1589" custLinFactNeighborY="2862"/>
      <dgm:spPr>
        <a:blipFill rotWithShape="1">
          <a:blip xmlns:r="http://schemas.openxmlformats.org/officeDocument/2006/relationships" r:embed="rId3"/>
          <a:srcRect/>
          <a:stretch>
            <a:fillRect l="-202000" r="-202000"/>
          </a:stretch>
        </a:blipFill>
      </dgm:spPr>
    </dgm:pt>
    <dgm:pt modelId="{7445C13E-A9C9-4F47-B23F-95CB9E9C9749}" type="pres">
      <dgm:prSet presAssocID="{7ACF0ECF-CBB5-4616-8E6C-B3401763A3DB}" presName="text" presStyleLbl="node1" presStyleIdx="2" presStyleCnt="3">
        <dgm:presLayoutVars>
          <dgm:bulletEnabled val="1"/>
        </dgm:presLayoutVars>
      </dgm:prSet>
      <dgm:spPr/>
    </dgm:pt>
  </dgm:ptLst>
  <dgm:cxnLst>
    <dgm:cxn modelId="{78F3430C-B59E-439F-8F6B-399D6F87317B}" srcId="{5556E561-07E7-42EA-8707-7CAFBCEC3A4B}" destId="{444C6C3C-3F14-49CA-A25B-327BE4EECCC4}" srcOrd="1" destOrd="0" parTransId="{F1ED26AD-7B27-49AA-A071-3F6F2AE369A4}" sibTransId="{496DC31A-3B0B-45DE-BAEE-4AB0BC6EC64E}"/>
    <dgm:cxn modelId="{7E2F0F11-03DF-431A-AAE0-13B886174194}" srcId="{7ACF0ECF-CBB5-4616-8E6C-B3401763A3DB}" destId="{2D757D8D-C7BF-4F8E-A402-C587CDA55D31}" srcOrd="1" destOrd="0" parTransId="{7D60F7B0-DFD2-4568-8762-0815D596626E}" sibTransId="{FC6B4D4B-E253-4296-A95C-93FF12E812C8}"/>
    <dgm:cxn modelId="{C38AD517-B318-4A83-AAC5-6DF0FB73A7E6}" type="presOf" srcId="{D8C6F89A-0E4D-44CB-9DB5-1EFE66A5CDB2}" destId="{EC629A01-1B3B-4D1B-9449-F82C9C9D01C6}" srcOrd="0" destOrd="1" presId="urn:microsoft.com/office/officeart/2005/8/layout/vList4"/>
    <dgm:cxn modelId="{3BC8301A-28D7-41B3-B353-882F67BEAD4A}" type="presOf" srcId="{7C2561E1-DDFB-4FBB-8C51-DA465BD318D4}" destId="{54813EE9-18E1-4DEC-B15D-A183F34A94C5}" srcOrd="0" destOrd="1" presId="urn:microsoft.com/office/officeart/2005/8/layout/vList4"/>
    <dgm:cxn modelId="{06B51320-B971-42C3-BFF5-27F332A58CBA}" type="presOf" srcId="{7ACF0ECF-CBB5-4616-8E6C-B3401763A3DB}" destId="{EC629A01-1B3B-4D1B-9449-F82C9C9D01C6}" srcOrd="0" destOrd="0" presId="urn:microsoft.com/office/officeart/2005/8/layout/vList4"/>
    <dgm:cxn modelId="{B18ED824-B707-4D7A-BF6A-8C670FFD90C2}" srcId="{7ACF0ECF-CBB5-4616-8E6C-B3401763A3DB}" destId="{D8C6F89A-0E4D-44CB-9DB5-1EFE66A5CDB2}" srcOrd="0" destOrd="0" parTransId="{67B58826-6684-4A85-83B8-7C8DA888CD8A}" sibTransId="{7EFF14AA-9605-474D-A55A-70AD45ECA341}"/>
    <dgm:cxn modelId="{16E56637-17BB-4BC3-B408-306A41122643}" type="presOf" srcId="{5087027E-76FC-426F-A164-D12FDB788E3C}" destId="{7711821B-79AC-4C19-93F8-EB889D285A5F}" srcOrd="1" destOrd="0" presId="urn:microsoft.com/office/officeart/2005/8/layout/vList4"/>
    <dgm:cxn modelId="{237E9342-182B-4BD8-B928-F51DBCBE8527}" type="presOf" srcId="{7C2561E1-DDFB-4FBB-8C51-DA465BD318D4}" destId="{7711821B-79AC-4C19-93F8-EB889D285A5F}" srcOrd="1" destOrd="1" presId="urn:microsoft.com/office/officeart/2005/8/layout/vList4"/>
    <dgm:cxn modelId="{2384D047-C00E-4B49-9EBB-CFEC18AFCFA6}" type="presOf" srcId="{CDBA489B-0FFD-477F-8576-F439CD9DF31D}" destId="{7711821B-79AC-4C19-93F8-EB889D285A5F}" srcOrd="1" destOrd="2" presId="urn:microsoft.com/office/officeart/2005/8/layout/vList4"/>
    <dgm:cxn modelId="{A7EEF648-4267-4612-AF6D-22BBAEEDB0F1}" type="presOf" srcId="{5087027E-76FC-426F-A164-D12FDB788E3C}" destId="{54813EE9-18E1-4DEC-B15D-A183F34A94C5}" srcOrd="0" destOrd="0" presId="urn:microsoft.com/office/officeart/2005/8/layout/vList4"/>
    <dgm:cxn modelId="{5F14CB78-5044-47F5-AE21-1B91A19712BE}" srcId="{444C6C3C-3F14-49CA-A25B-327BE4EECCC4}" destId="{15A00794-F682-45F5-9667-53B464DC8349}" srcOrd="0" destOrd="0" parTransId="{E0C602AB-3CF7-4A9F-83C7-DCBF390A5BBE}" sibTransId="{C9FC739A-6C47-4753-B551-751DF99F40BF}"/>
    <dgm:cxn modelId="{BD7F4079-C394-434A-959F-1169A3409685}" type="presOf" srcId="{444C6C3C-3F14-49CA-A25B-327BE4EECCC4}" destId="{7F52BE3E-392C-4E6B-8F13-A7C0BCEA0090}" srcOrd="0" destOrd="0" presId="urn:microsoft.com/office/officeart/2005/8/layout/vList4"/>
    <dgm:cxn modelId="{BBC55E8A-362B-493F-B6D5-4EF0EBA7DD63}" type="presOf" srcId="{444C6C3C-3F14-49CA-A25B-327BE4EECCC4}" destId="{1BB15DA0-2E3F-4DBD-9FE5-F1110C9D331B}" srcOrd="1" destOrd="0" presId="urn:microsoft.com/office/officeart/2005/8/layout/vList4"/>
    <dgm:cxn modelId="{0BB4808C-E56C-4B7E-BC39-CB006FC24EED}" srcId="{5556E561-07E7-42EA-8707-7CAFBCEC3A4B}" destId="{5087027E-76FC-426F-A164-D12FDB788E3C}" srcOrd="0" destOrd="0" parTransId="{367D6B58-6FAB-4873-A7D3-6753F127B4D0}" sibTransId="{A1FAA42F-E3DF-4049-A4E0-3DDC0C2F9125}"/>
    <dgm:cxn modelId="{F8E2EF98-9E98-48D7-80CA-008D12DEF7B0}" srcId="{5087027E-76FC-426F-A164-D12FDB788E3C}" destId="{CDBA489B-0FFD-477F-8576-F439CD9DF31D}" srcOrd="1" destOrd="0" parTransId="{16F4F4D4-CB3F-4450-BEF5-88C0324B1EEA}" sibTransId="{F0EFC791-2593-462F-BAC7-9D9249328A7E}"/>
    <dgm:cxn modelId="{01C7EE99-8361-45A8-89ED-063717333DA7}" type="presOf" srcId="{2D757D8D-C7BF-4F8E-A402-C587CDA55D31}" destId="{EC629A01-1B3B-4D1B-9449-F82C9C9D01C6}" srcOrd="0" destOrd="2" presId="urn:microsoft.com/office/officeart/2005/8/layout/vList4"/>
    <dgm:cxn modelId="{46B0739C-8417-438C-B784-C53D8445F6C5}" srcId="{5556E561-07E7-42EA-8707-7CAFBCEC3A4B}" destId="{7ACF0ECF-CBB5-4616-8E6C-B3401763A3DB}" srcOrd="2" destOrd="0" parTransId="{F15E01F0-9045-4F44-BA2A-FE790714EDA4}" sibTransId="{8CF35A94-4F94-46CD-BC6A-32AC9BD7B658}"/>
    <dgm:cxn modelId="{7BD22AAA-E1DA-454A-A640-5F96BFD8A7D8}" type="presOf" srcId="{2D757D8D-C7BF-4F8E-A402-C587CDA55D31}" destId="{7445C13E-A9C9-4F47-B23F-95CB9E9C9749}" srcOrd="1" destOrd="2" presId="urn:microsoft.com/office/officeart/2005/8/layout/vList4"/>
    <dgm:cxn modelId="{0DE91CAD-6D4C-4A4B-BC02-DCA2CD4DBAC1}" type="presOf" srcId="{D8C6F89A-0E4D-44CB-9DB5-1EFE66A5CDB2}" destId="{7445C13E-A9C9-4F47-B23F-95CB9E9C9749}" srcOrd="1" destOrd="1" presId="urn:microsoft.com/office/officeart/2005/8/layout/vList4"/>
    <dgm:cxn modelId="{ED05DDAF-EC4B-45C0-B0AB-6AF35E57690D}" type="presOf" srcId="{5556E561-07E7-42EA-8707-7CAFBCEC3A4B}" destId="{E1E7E549-93E7-45C9-A9BA-A1131FFA85C2}" srcOrd="0" destOrd="0" presId="urn:microsoft.com/office/officeart/2005/8/layout/vList4"/>
    <dgm:cxn modelId="{B3EAA1C5-102E-4AB6-871D-D8C4EA782FE1}" srcId="{5087027E-76FC-426F-A164-D12FDB788E3C}" destId="{7C2561E1-DDFB-4FBB-8C51-DA465BD318D4}" srcOrd="0" destOrd="0" parTransId="{1826E152-DCC3-48EF-814C-8FCC7A16C419}" sibTransId="{E78447D5-A51C-42AB-B804-A69071AB949C}"/>
    <dgm:cxn modelId="{534E25C9-932E-4597-95CA-1215E25AA162}" type="presOf" srcId="{15A00794-F682-45F5-9667-53B464DC8349}" destId="{1BB15DA0-2E3F-4DBD-9FE5-F1110C9D331B}" srcOrd="1" destOrd="1" presId="urn:microsoft.com/office/officeart/2005/8/layout/vList4"/>
    <dgm:cxn modelId="{CEA6BBE0-DB67-419A-86B0-83E1D27FD11C}" type="presOf" srcId="{15A00794-F682-45F5-9667-53B464DC8349}" destId="{7F52BE3E-392C-4E6B-8F13-A7C0BCEA0090}" srcOrd="0" destOrd="1" presId="urn:microsoft.com/office/officeart/2005/8/layout/vList4"/>
    <dgm:cxn modelId="{9B5F97E9-7163-4A2A-B91B-34D65DA28C29}" type="presOf" srcId="{7ACF0ECF-CBB5-4616-8E6C-B3401763A3DB}" destId="{7445C13E-A9C9-4F47-B23F-95CB9E9C9749}" srcOrd="1" destOrd="0" presId="urn:microsoft.com/office/officeart/2005/8/layout/vList4"/>
    <dgm:cxn modelId="{834E40F0-E3BB-4BEA-BB45-3EED8D9CCD49}" type="presOf" srcId="{CDBA489B-0FFD-477F-8576-F439CD9DF31D}" destId="{54813EE9-18E1-4DEC-B15D-A183F34A94C5}" srcOrd="0" destOrd="2" presId="urn:microsoft.com/office/officeart/2005/8/layout/vList4"/>
    <dgm:cxn modelId="{7B02AFC6-7662-4B76-8B9F-1010572BFD58}" type="presParOf" srcId="{E1E7E549-93E7-45C9-A9BA-A1131FFA85C2}" destId="{62F7D78D-909F-436F-B4B0-8523940EF0A0}" srcOrd="0" destOrd="0" presId="urn:microsoft.com/office/officeart/2005/8/layout/vList4"/>
    <dgm:cxn modelId="{88E78076-7020-4E64-951F-51AD0FD74344}" type="presParOf" srcId="{62F7D78D-909F-436F-B4B0-8523940EF0A0}" destId="{54813EE9-18E1-4DEC-B15D-A183F34A94C5}" srcOrd="0" destOrd="0" presId="urn:microsoft.com/office/officeart/2005/8/layout/vList4"/>
    <dgm:cxn modelId="{327BFF6A-1F37-49F2-B6B2-537D20D258EE}" type="presParOf" srcId="{62F7D78D-909F-436F-B4B0-8523940EF0A0}" destId="{2D2C8AB5-3B16-4638-A88D-6B246E41A7D1}" srcOrd="1" destOrd="0" presId="urn:microsoft.com/office/officeart/2005/8/layout/vList4"/>
    <dgm:cxn modelId="{33B24406-58CD-4575-A2E3-4FDF1038C863}" type="presParOf" srcId="{62F7D78D-909F-436F-B4B0-8523940EF0A0}" destId="{7711821B-79AC-4C19-93F8-EB889D285A5F}" srcOrd="2" destOrd="0" presId="urn:microsoft.com/office/officeart/2005/8/layout/vList4"/>
    <dgm:cxn modelId="{F84DB1FD-6D35-498C-AA75-20E0773EC65E}" type="presParOf" srcId="{E1E7E549-93E7-45C9-A9BA-A1131FFA85C2}" destId="{E1317F4C-3506-4DB3-A02A-7F0809DA4ED4}" srcOrd="1" destOrd="0" presId="urn:microsoft.com/office/officeart/2005/8/layout/vList4"/>
    <dgm:cxn modelId="{94F3878D-6F48-425A-8683-1DE831D96561}" type="presParOf" srcId="{E1E7E549-93E7-45C9-A9BA-A1131FFA85C2}" destId="{C8E1A5BE-A2C3-40C5-AF57-63EF797AF23A}" srcOrd="2" destOrd="0" presId="urn:microsoft.com/office/officeart/2005/8/layout/vList4"/>
    <dgm:cxn modelId="{9BF1A8CA-83A8-451B-B7E3-C7F604A60139}" type="presParOf" srcId="{C8E1A5BE-A2C3-40C5-AF57-63EF797AF23A}" destId="{7F52BE3E-392C-4E6B-8F13-A7C0BCEA0090}" srcOrd="0" destOrd="0" presId="urn:microsoft.com/office/officeart/2005/8/layout/vList4"/>
    <dgm:cxn modelId="{4B59FBD4-68A7-4A0F-97B4-E089DFE2D08F}" type="presParOf" srcId="{C8E1A5BE-A2C3-40C5-AF57-63EF797AF23A}" destId="{D95D7155-DCE5-4AAF-9C3D-98411A73846F}" srcOrd="1" destOrd="0" presId="urn:microsoft.com/office/officeart/2005/8/layout/vList4"/>
    <dgm:cxn modelId="{24B31FEE-2918-48FB-A457-1A7B4B3C38C9}" type="presParOf" srcId="{C8E1A5BE-A2C3-40C5-AF57-63EF797AF23A}" destId="{1BB15DA0-2E3F-4DBD-9FE5-F1110C9D331B}" srcOrd="2" destOrd="0" presId="urn:microsoft.com/office/officeart/2005/8/layout/vList4"/>
    <dgm:cxn modelId="{5159D12D-0ACE-444F-9F64-BC7B2B89BC02}" type="presParOf" srcId="{E1E7E549-93E7-45C9-A9BA-A1131FFA85C2}" destId="{73107B37-91CC-4829-9B94-2A84A3986FF2}" srcOrd="3" destOrd="0" presId="urn:microsoft.com/office/officeart/2005/8/layout/vList4"/>
    <dgm:cxn modelId="{385A5DC4-245A-46C9-839F-A5DCB9CFB117}" type="presParOf" srcId="{E1E7E549-93E7-45C9-A9BA-A1131FFA85C2}" destId="{933501DB-E1C9-4EE3-8A78-2933D8AA074F}" srcOrd="4" destOrd="0" presId="urn:microsoft.com/office/officeart/2005/8/layout/vList4"/>
    <dgm:cxn modelId="{2D26D2F9-E717-412D-AD9C-21D6C6A36FB8}" type="presParOf" srcId="{933501DB-E1C9-4EE3-8A78-2933D8AA074F}" destId="{EC629A01-1B3B-4D1B-9449-F82C9C9D01C6}" srcOrd="0" destOrd="0" presId="urn:microsoft.com/office/officeart/2005/8/layout/vList4"/>
    <dgm:cxn modelId="{22E41BD7-ED13-4194-BA34-9FC99197D34B}" type="presParOf" srcId="{933501DB-E1C9-4EE3-8A78-2933D8AA074F}" destId="{55886923-3054-4F36-AF5D-0DA5227A05F2}" srcOrd="1" destOrd="0" presId="urn:microsoft.com/office/officeart/2005/8/layout/vList4"/>
    <dgm:cxn modelId="{EC9F655F-CCCA-447F-A3B5-E549A7CC9A09}" type="presParOf" srcId="{933501DB-E1C9-4EE3-8A78-2933D8AA074F}" destId="{7445C13E-A9C9-4F47-B23F-95CB9E9C9749}" srcOrd="2" destOrd="0" presId="urn:microsoft.com/office/officeart/2005/8/layout/vList4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AB0B15A8-D670-487E-91F0-B48A794B3DF9}" type="doc">
      <dgm:prSet loTypeId="urn:diagrams.loki3.com/TabbedArc+Icon" loCatId="relationship" qsTypeId="urn:microsoft.com/office/officeart/2005/8/quickstyle/simple1" qsCatId="simple" csTypeId="urn:microsoft.com/office/officeart/2005/8/colors/colorful5" csCatId="colorful" phldr="1"/>
      <dgm:spPr/>
    </dgm:pt>
    <dgm:pt modelId="{0C5D06B5-088F-4160-9D80-B34DD2D23A18}">
      <dgm:prSet phldrT="[Text]" custT="1"/>
      <dgm:spPr/>
      <dgm:t>
        <a:bodyPr/>
        <a:lstStyle/>
        <a:p>
          <a:r>
            <a:rPr lang="vi-VN" sz="1700" dirty="0" err="1"/>
            <a:t>GoogleSheet</a:t>
          </a:r>
          <a:endParaRPr lang="en-US" sz="1700" dirty="0"/>
        </a:p>
      </dgm:t>
    </dgm:pt>
    <dgm:pt modelId="{C40F6896-6F8B-4592-98E6-7010BFC375AE}" type="parTrans" cxnId="{C816350D-8163-4491-B1C6-7D3F1737C1F5}">
      <dgm:prSet/>
      <dgm:spPr/>
      <dgm:t>
        <a:bodyPr/>
        <a:lstStyle/>
        <a:p>
          <a:endParaRPr lang="en-US"/>
        </a:p>
      </dgm:t>
    </dgm:pt>
    <dgm:pt modelId="{050E4C02-6B56-4C7B-A1A5-C6AFCF73A4D1}" type="sibTrans" cxnId="{C816350D-8163-4491-B1C6-7D3F1737C1F5}">
      <dgm:prSet/>
      <dgm:spPr/>
      <dgm:t>
        <a:bodyPr/>
        <a:lstStyle/>
        <a:p>
          <a:endParaRPr lang="en-US"/>
        </a:p>
      </dgm:t>
    </dgm:pt>
    <dgm:pt modelId="{348636BE-66D0-4EB6-9338-CCD5EADFBD8F}">
      <dgm:prSet phldrT="[Text]" custT="1"/>
      <dgm:spPr/>
      <dgm:t>
        <a:bodyPr/>
        <a:lstStyle/>
        <a:p>
          <a:r>
            <a:rPr lang="vi-VN" sz="1700" dirty="0" err="1"/>
            <a:t>GoogleDocs</a:t>
          </a:r>
          <a:endParaRPr lang="en-US" sz="1700" dirty="0"/>
        </a:p>
      </dgm:t>
    </dgm:pt>
    <dgm:pt modelId="{65EC2DDF-B98A-4B65-BF20-246E74BCEC5A}" type="parTrans" cxnId="{53C09950-BFBA-4E3B-A99F-5D2D35BCF2D5}">
      <dgm:prSet/>
      <dgm:spPr/>
      <dgm:t>
        <a:bodyPr/>
        <a:lstStyle/>
        <a:p>
          <a:endParaRPr lang="en-US"/>
        </a:p>
      </dgm:t>
    </dgm:pt>
    <dgm:pt modelId="{7D2FC51A-A123-4708-A34F-5E14AD1526D2}" type="sibTrans" cxnId="{53C09950-BFBA-4E3B-A99F-5D2D35BCF2D5}">
      <dgm:prSet/>
      <dgm:spPr/>
      <dgm:t>
        <a:bodyPr/>
        <a:lstStyle/>
        <a:p>
          <a:endParaRPr lang="en-US"/>
        </a:p>
      </dgm:t>
    </dgm:pt>
    <dgm:pt modelId="{CDA25F4F-7B19-4CE3-965C-642B51CDBAEE}">
      <dgm:prSet phldrT="[Text]" custT="1"/>
      <dgm:spPr/>
      <dgm:t>
        <a:bodyPr/>
        <a:lstStyle/>
        <a:p>
          <a:r>
            <a:rPr lang="vi-VN" sz="1700" dirty="0" err="1"/>
            <a:t>GoogleDrive</a:t>
          </a:r>
          <a:endParaRPr lang="en-US" sz="1700" dirty="0"/>
        </a:p>
      </dgm:t>
    </dgm:pt>
    <dgm:pt modelId="{8031EEEB-A1FC-4574-852F-684E0A88AA8B}" type="parTrans" cxnId="{58101C08-38AE-4B4D-8B8F-CD2E996CAED6}">
      <dgm:prSet/>
      <dgm:spPr/>
      <dgm:t>
        <a:bodyPr/>
        <a:lstStyle/>
        <a:p>
          <a:endParaRPr lang="en-US"/>
        </a:p>
      </dgm:t>
    </dgm:pt>
    <dgm:pt modelId="{228C8A48-BEF1-4A09-8324-D70E6C03A972}" type="sibTrans" cxnId="{58101C08-38AE-4B4D-8B8F-CD2E996CAED6}">
      <dgm:prSet/>
      <dgm:spPr/>
      <dgm:t>
        <a:bodyPr/>
        <a:lstStyle/>
        <a:p>
          <a:endParaRPr lang="en-US"/>
        </a:p>
      </dgm:t>
    </dgm:pt>
    <dgm:pt modelId="{41369E47-FD19-4010-A4E0-8CCE076C75AF}" type="pres">
      <dgm:prSet presAssocID="{AB0B15A8-D670-487E-91F0-B48A794B3DF9}" presName="Name0" presStyleCnt="0">
        <dgm:presLayoutVars>
          <dgm:dir/>
          <dgm:resizeHandles val="exact"/>
        </dgm:presLayoutVars>
      </dgm:prSet>
      <dgm:spPr/>
    </dgm:pt>
    <dgm:pt modelId="{B4A25474-63B4-4430-91D8-C9F708A8FC2C}" type="pres">
      <dgm:prSet presAssocID="{0C5D06B5-088F-4160-9D80-B34DD2D23A18}" presName="twoplus" presStyleLbl="node1" presStyleIdx="0" presStyleCnt="3">
        <dgm:presLayoutVars>
          <dgm:bulletEnabled val="1"/>
        </dgm:presLayoutVars>
      </dgm:prSet>
      <dgm:spPr/>
    </dgm:pt>
    <dgm:pt modelId="{23ED54B0-84DF-4EF3-8934-60D1E64FDD21}" type="pres">
      <dgm:prSet presAssocID="{348636BE-66D0-4EB6-9338-CCD5EADFBD8F}" presName="twoplus" presStyleLbl="node1" presStyleIdx="1" presStyleCnt="3">
        <dgm:presLayoutVars>
          <dgm:bulletEnabled val="1"/>
        </dgm:presLayoutVars>
      </dgm:prSet>
      <dgm:spPr/>
    </dgm:pt>
    <dgm:pt modelId="{D1C6D827-0EE0-4E0A-8E6D-2B9EE7F63AF3}" type="pres">
      <dgm:prSet presAssocID="{CDA25F4F-7B19-4CE3-965C-642B51CDBAEE}" presName="twoplus" presStyleLbl="node1" presStyleIdx="2" presStyleCnt="3">
        <dgm:presLayoutVars>
          <dgm:bulletEnabled val="1"/>
        </dgm:presLayoutVars>
      </dgm:prSet>
      <dgm:spPr/>
    </dgm:pt>
  </dgm:ptLst>
  <dgm:cxnLst>
    <dgm:cxn modelId="{58101C08-38AE-4B4D-8B8F-CD2E996CAED6}" srcId="{AB0B15A8-D670-487E-91F0-B48A794B3DF9}" destId="{CDA25F4F-7B19-4CE3-965C-642B51CDBAEE}" srcOrd="2" destOrd="0" parTransId="{8031EEEB-A1FC-4574-852F-684E0A88AA8B}" sibTransId="{228C8A48-BEF1-4A09-8324-D70E6C03A972}"/>
    <dgm:cxn modelId="{C816350D-8163-4491-B1C6-7D3F1737C1F5}" srcId="{AB0B15A8-D670-487E-91F0-B48A794B3DF9}" destId="{0C5D06B5-088F-4160-9D80-B34DD2D23A18}" srcOrd="0" destOrd="0" parTransId="{C40F6896-6F8B-4592-98E6-7010BFC375AE}" sibTransId="{050E4C02-6B56-4C7B-A1A5-C6AFCF73A4D1}"/>
    <dgm:cxn modelId="{774B002E-3C88-4DEE-90BA-C6C06BE79A56}" type="presOf" srcId="{348636BE-66D0-4EB6-9338-CCD5EADFBD8F}" destId="{23ED54B0-84DF-4EF3-8934-60D1E64FDD21}" srcOrd="0" destOrd="0" presId="urn:diagrams.loki3.com/TabbedArc+Icon"/>
    <dgm:cxn modelId="{7238033A-557A-4262-BD17-A08BD722F983}" type="presOf" srcId="{0C5D06B5-088F-4160-9D80-B34DD2D23A18}" destId="{B4A25474-63B4-4430-91D8-C9F708A8FC2C}" srcOrd="0" destOrd="0" presId="urn:diagrams.loki3.com/TabbedArc+Icon"/>
    <dgm:cxn modelId="{37B90765-7F44-45C1-9C39-1DBCE09F78B0}" type="presOf" srcId="{AB0B15A8-D670-487E-91F0-B48A794B3DF9}" destId="{41369E47-FD19-4010-A4E0-8CCE076C75AF}" srcOrd="0" destOrd="0" presId="urn:diagrams.loki3.com/TabbedArc+Icon"/>
    <dgm:cxn modelId="{53C09950-BFBA-4E3B-A99F-5D2D35BCF2D5}" srcId="{AB0B15A8-D670-487E-91F0-B48A794B3DF9}" destId="{348636BE-66D0-4EB6-9338-CCD5EADFBD8F}" srcOrd="1" destOrd="0" parTransId="{65EC2DDF-B98A-4B65-BF20-246E74BCEC5A}" sibTransId="{7D2FC51A-A123-4708-A34F-5E14AD1526D2}"/>
    <dgm:cxn modelId="{990541C3-2AEE-48FA-8B54-79EA73D73EA1}" type="presOf" srcId="{CDA25F4F-7B19-4CE3-965C-642B51CDBAEE}" destId="{D1C6D827-0EE0-4E0A-8E6D-2B9EE7F63AF3}" srcOrd="0" destOrd="0" presId="urn:diagrams.loki3.com/TabbedArc+Icon"/>
    <dgm:cxn modelId="{52D180BD-A64A-46C8-9F37-42EBDA0D5FCF}" type="presParOf" srcId="{41369E47-FD19-4010-A4E0-8CCE076C75AF}" destId="{B4A25474-63B4-4430-91D8-C9F708A8FC2C}" srcOrd="0" destOrd="0" presId="urn:diagrams.loki3.com/TabbedArc+Icon"/>
    <dgm:cxn modelId="{7624691D-1B16-4790-8285-FD7975C38BCB}" type="presParOf" srcId="{41369E47-FD19-4010-A4E0-8CCE076C75AF}" destId="{23ED54B0-84DF-4EF3-8934-60D1E64FDD21}" srcOrd="1" destOrd="0" presId="urn:diagrams.loki3.com/TabbedArc+Icon"/>
    <dgm:cxn modelId="{F47ED829-EEB8-4E15-B797-FC8F05600527}" type="presParOf" srcId="{41369E47-FD19-4010-A4E0-8CCE076C75AF}" destId="{D1C6D827-0EE0-4E0A-8E6D-2B9EE7F63AF3}" srcOrd="2" destOrd="0" presId="urn:diagrams.loki3.com/TabbedArc+Icon"/>
  </dgm:cxnLst>
  <dgm:bg/>
  <dgm:whole/>
  <dgm:extLst>
    <a:ext uri="http://schemas.microsoft.com/office/drawing/2008/diagram">
      <dsp:dataModelExt xmlns:dsp="http://schemas.microsoft.com/office/drawing/2008/diagram" relId="rId1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6BA4852-9BCE-4BD0-BA15-4EDA1B82BDA2}">
      <dsp:nvSpPr>
        <dsp:cNvPr id="0" name=""/>
        <dsp:cNvSpPr/>
      </dsp:nvSpPr>
      <dsp:spPr>
        <a:xfrm>
          <a:off x="0" y="2914804"/>
          <a:ext cx="3392129" cy="0"/>
        </a:xfrm>
        <a:prstGeom prst="line">
          <a:avLst/>
        </a:pr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2A428AD-0D20-4E62-A78E-23C9F7A444E1}">
      <dsp:nvSpPr>
        <dsp:cNvPr id="0" name=""/>
        <dsp:cNvSpPr/>
      </dsp:nvSpPr>
      <dsp:spPr>
        <a:xfrm>
          <a:off x="0" y="1662849"/>
          <a:ext cx="3392129" cy="0"/>
        </a:xfrm>
        <a:prstGeom prst="line">
          <a:avLst/>
        </a:pr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6EF1CCA-A1B3-4119-A01B-18EBCC6B1FDE}">
      <dsp:nvSpPr>
        <dsp:cNvPr id="0" name=""/>
        <dsp:cNvSpPr/>
      </dsp:nvSpPr>
      <dsp:spPr>
        <a:xfrm>
          <a:off x="0" y="410894"/>
          <a:ext cx="3392129" cy="0"/>
        </a:xfrm>
        <a:prstGeom prst="line">
          <a:avLst/>
        </a:pr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DD69810-7284-46A8-A602-EB55E32BC2AB}">
      <dsp:nvSpPr>
        <dsp:cNvPr id="0" name=""/>
        <dsp:cNvSpPr/>
      </dsp:nvSpPr>
      <dsp:spPr>
        <a:xfrm>
          <a:off x="881953" y="458"/>
          <a:ext cx="2510175" cy="4104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26670" rIns="26670" bIns="26670" numCol="1" spcCol="1270" anchor="b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 dirty="0"/>
        </a:p>
      </dsp:txBody>
      <dsp:txXfrm>
        <a:off x="881953" y="458"/>
        <a:ext cx="2510175" cy="410436"/>
      </dsp:txXfrm>
    </dsp:sp>
    <dsp:sp modelId="{FCB7D797-E873-47FF-A294-A19A56B9E5EE}">
      <dsp:nvSpPr>
        <dsp:cNvPr id="0" name=""/>
        <dsp:cNvSpPr/>
      </dsp:nvSpPr>
      <dsp:spPr>
        <a:xfrm>
          <a:off x="0" y="458"/>
          <a:ext cx="881953" cy="410436"/>
        </a:xfrm>
        <a:prstGeom prst="round2SameRect">
          <a:avLst>
            <a:gd name="adj1" fmla="val 16670"/>
            <a:gd name="adj2" fmla="val 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vi-VN" sz="1400" kern="1200" dirty="0"/>
            <a:t>Giáo viên</a:t>
          </a:r>
          <a:endParaRPr lang="en-US" sz="1400" kern="1200" dirty="0"/>
        </a:p>
      </dsp:txBody>
      <dsp:txXfrm>
        <a:off x="20039" y="20497"/>
        <a:ext cx="841875" cy="390397"/>
      </dsp:txXfrm>
    </dsp:sp>
    <dsp:sp modelId="{6BB3825E-BE9E-46C1-BE8E-F307FDF0F8A9}">
      <dsp:nvSpPr>
        <dsp:cNvPr id="0" name=""/>
        <dsp:cNvSpPr/>
      </dsp:nvSpPr>
      <dsp:spPr>
        <a:xfrm>
          <a:off x="0" y="410894"/>
          <a:ext cx="3392129" cy="8209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" tIns="24765" rIns="24765" bIns="24765" numCol="1" spcCol="1270" anchor="t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 err="1"/>
            <a:t>Tạo</a:t>
          </a:r>
          <a:r>
            <a:rPr lang="en-US" sz="1300" kern="1200" dirty="0"/>
            <a:t> </a:t>
          </a:r>
          <a:r>
            <a:rPr lang="en-US" sz="1300" kern="1200" dirty="0" err="1"/>
            <a:t>và</a:t>
          </a:r>
          <a:r>
            <a:rPr lang="en-US" sz="1300" kern="1200" dirty="0"/>
            <a:t> </a:t>
          </a:r>
          <a:r>
            <a:rPr lang="en-US" sz="1300" kern="1200" dirty="0" err="1"/>
            <a:t>giao</a:t>
          </a:r>
          <a:r>
            <a:rPr lang="en-US" sz="1300" kern="1200" dirty="0"/>
            <a:t> </a:t>
          </a:r>
          <a:r>
            <a:rPr lang="en-US" sz="1300" kern="1200" dirty="0" err="1"/>
            <a:t>bài</a:t>
          </a:r>
          <a:r>
            <a:rPr lang="en-US" sz="1300" kern="1200" dirty="0"/>
            <a:t> </a:t>
          </a:r>
          <a:r>
            <a:rPr lang="en-US" sz="1300" kern="1200" dirty="0" err="1"/>
            <a:t>tập</a:t>
          </a:r>
          <a:r>
            <a:rPr lang="en-US" sz="1300" kern="1200" dirty="0"/>
            <a:t> </a:t>
          </a:r>
          <a:r>
            <a:rPr lang="en-US" sz="1300" kern="1200" dirty="0" err="1"/>
            <a:t>trên</a:t>
          </a:r>
          <a:r>
            <a:rPr lang="en-US" sz="1300" kern="1200" dirty="0"/>
            <a:t> Onluyen.vn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vi-VN" sz="1300" kern="1200" dirty="0"/>
            <a:t>Theo dõi tiến độ và chất lượng học sinh</a:t>
          </a:r>
          <a:endParaRPr lang="en-US" sz="1300" kern="1200" dirty="0"/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 err="1"/>
            <a:t>Nhận</a:t>
          </a:r>
          <a:r>
            <a:rPr lang="en-US" sz="1300" kern="1200" dirty="0"/>
            <a:t> </a:t>
          </a:r>
          <a:r>
            <a:rPr lang="en-US" sz="1300" kern="1200" dirty="0" err="1"/>
            <a:t>báo</a:t>
          </a:r>
          <a:r>
            <a:rPr lang="en-US" sz="1300" kern="1200" dirty="0"/>
            <a:t> </a:t>
          </a:r>
          <a:r>
            <a:rPr lang="en-US" sz="1300" kern="1200" dirty="0" err="1"/>
            <a:t>cáo</a:t>
          </a:r>
          <a:r>
            <a:rPr lang="en-US" sz="1300" kern="1200" dirty="0"/>
            <a:t> </a:t>
          </a:r>
          <a:r>
            <a:rPr lang="en-US" sz="1300" kern="1200" dirty="0" err="1"/>
            <a:t>và</a:t>
          </a:r>
          <a:r>
            <a:rPr lang="en-US" sz="1300" kern="1200" dirty="0"/>
            <a:t> </a:t>
          </a:r>
          <a:r>
            <a:rPr lang="en-US" sz="1300" kern="1200" dirty="0" err="1"/>
            <a:t>nhận</a:t>
          </a:r>
          <a:r>
            <a:rPr lang="en-US" sz="1300" kern="1200" dirty="0"/>
            <a:t> </a:t>
          </a:r>
          <a:r>
            <a:rPr lang="en-US" sz="1300" kern="1200" dirty="0" err="1"/>
            <a:t>xét</a:t>
          </a:r>
          <a:r>
            <a:rPr lang="en-US" sz="1300" kern="1200" dirty="0"/>
            <a:t> </a:t>
          </a:r>
          <a:r>
            <a:rPr lang="en-US" sz="1300" kern="1200" dirty="0" err="1"/>
            <a:t>tự</a:t>
          </a:r>
          <a:r>
            <a:rPr lang="en-US" sz="1300" kern="1200" dirty="0"/>
            <a:t> </a:t>
          </a:r>
          <a:r>
            <a:rPr lang="en-US" sz="1300" kern="1200" dirty="0" err="1"/>
            <a:t>động</a:t>
          </a:r>
          <a:r>
            <a:rPr lang="en-US" sz="1300" kern="1200" dirty="0"/>
            <a:t> </a:t>
          </a:r>
          <a:r>
            <a:rPr lang="en-US" sz="1300" kern="1200" dirty="0" err="1"/>
            <a:t>từ</a:t>
          </a:r>
          <a:r>
            <a:rPr lang="en-US" sz="1300" kern="1200" dirty="0"/>
            <a:t> </a:t>
          </a:r>
          <a:r>
            <a:rPr lang="en-US" sz="1300" kern="1200" dirty="0" err="1"/>
            <a:t>hệ</a:t>
          </a:r>
          <a:r>
            <a:rPr lang="en-US" sz="1300" kern="1200" dirty="0"/>
            <a:t> </a:t>
          </a:r>
          <a:r>
            <a:rPr lang="en-US" sz="1300" kern="1200" dirty="0" err="1"/>
            <a:t>thống</a:t>
          </a:r>
          <a:endParaRPr lang="en-US" sz="1300" kern="1200" dirty="0"/>
        </a:p>
      </dsp:txBody>
      <dsp:txXfrm>
        <a:off x="0" y="410894"/>
        <a:ext cx="3392129" cy="820996"/>
      </dsp:txXfrm>
    </dsp:sp>
    <dsp:sp modelId="{93BA2394-E637-43B0-BC25-78E306B9076D}">
      <dsp:nvSpPr>
        <dsp:cNvPr id="0" name=""/>
        <dsp:cNvSpPr/>
      </dsp:nvSpPr>
      <dsp:spPr>
        <a:xfrm>
          <a:off x="881953" y="1252412"/>
          <a:ext cx="2510175" cy="4104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26670" rIns="26670" bIns="26670" numCol="1" spcCol="1270" anchor="b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 dirty="0"/>
        </a:p>
      </dsp:txBody>
      <dsp:txXfrm>
        <a:off x="881953" y="1252412"/>
        <a:ext cx="2510175" cy="410436"/>
      </dsp:txXfrm>
    </dsp:sp>
    <dsp:sp modelId="{165E3BEB-8B0D-4DE4-B614-CF3240A47FA5}">
      <dsp:nvSpPr>
        <dsp:cNvPr id="0" name=""/>
        <dsp:cNvSpPr/>
      </dsp:nvSpPr>
      <dsp:spPr>
        <a:xfrm>
          <a:off x="0" y="1252412"/>
          <a:ext cx="881953" cy="410436"/>
        </a:xfrm>
        <a:prstGeom prst="round2SameRect">
          <a:avLst>
            <a:gd name="adj1" fmla="val 16670"/>
            <a:gd name="adj2" fmla="val 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vi-VN" sz="1400" kern="1200" dirty="0"/>
            <a:t>Học sinh</a:t>
          </a:r>
          <a:endParaRPr lang="en-US" sz="1400" kern="1200" dirty="0"/>
        </a:p>
      </dsp:txBody>
      <dsp:txXfrm>
        <a:off x="20039" y="1272451"/>
        <a:ext cx="841875" cy="390397"/>
      </dsp:txXfrm>
    </dsp:sp>
    <dsp:sp modelId="{98681F27-DB32-4611-8233-B295CF7E0BDD}">
      <dsp:nvSpPr>
        <dsp:cNvPr id="0" name=""/>
        <dsp:cNvSpPr/>
      </dsp:nvSpPr>
      <dsp:spPr>
        <a:xfrm>
          <a:off x="0" y="1662849"/>
          <a:ext cx="3392129" cy="8209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" tIns="24765" rIns="24765" bIns="24765" numCol="1" spcCol="1270" anchor="t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 err="1"/>
            <a:t>Làm</a:t>
          </a:r>
          <a:r>
            <a:rPr lang="en-US" sz="1300" kern="1200" dirty="0"/>
            <a:t> </a:t>
          </a:r>
          <a:r>
            <a:rPr lang="en-US" sz="1300" kern="1200" dirty="0" err="1"/>
            <a:t>bài</a:t>
          </a:r>
          <a:r>
            <a:rPr lang="en-US" sz="1300" kern="1200" dirty="0"/>
            <a:t> </a:t>
          </a:r>
          <a:r>
            <a:rPr lang="en-US" sz="1300" kern="1200" dirty="0" err="1"/>
            <a:t>và</a:t>
          </a:r>
          <a:r>
            <a:rPr lang="en-US" sz="1300" kern="1200" dirty="0"/>
            <a:t> </a:t>
          </a:r>
          <a:r>
            <a:rPr lang="en-US" sz="1300" kern="1200" dirty="0" err="1"/>
            <a:t>nộp</a:t>
          </a:r>
          <a:r>
            <a:rPr lang="en-US" sz="1300" kern="1200" dirty="0"/>
            <a:t> </a:t>
          </a:r>
          <a:r>
            <a:rPr lang="en-US" sz="1300" kern="1200" dirty="0" err="1"/>
            <a:t>kết</a:t>
          </a:r>
          <a:r>
            <a:rPr lang="en-US" sz="1300" kern="1200" dirty="0"/>
            <a:t> </a:t>
          </a:r>
          <a:r>
            <a:rPr lang="en-US" sz="1300" kern="1200" dirty="0" err="1"/>
            <a:t>quả</a:t>
          </a:r>
          <a:r>
            <a:rPr lang="en-US" sz="1300" kern="1200" dirty="0"/>
            <a:t> </a:t>
          </a:r>
          <a:r>
            <a:rPr lang="en-US" sz="1300" kern="1200" dirty="0" err="1"/>
            <a:t>trực</a:t>
          </a:r>
          <a:r>
            <a:rPr lang="en-US" sz="1300" kern="1200" dirty="0"/>
            <a:t> </a:t>
          </a:r>
          <a:r>
            <a:rPr lang="en-US" sz="1300" kern="1200" dirty="0" err="1"/>
            <a:t>tuyến</a:t>
          </a:r>
          <a:endParaRPr lang="en-US" sz="1300" kern="1200" dirty="0"/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 err="1"/>
            <a:t>Nhận</a:t>
          </a:r>
          <a:r>
            <a:rPr lang="en-US" sz="1300" kern="1200" dirty="0"/>
            <a:t> </a:t>
          </a:r>
          <a:r>
            <a:rPr lang="en-US" sz="1300" kern="1200" dirty="0" err="1"/>
            <a:t>phản</a:t>
          </a:r>
          <a:r>
            <a:rPr lang="en-US" sz="1300" kern="1200" dirty="0"/>
            <a:t> </a:t>
          </a:r>
          <a:r>
            <a:rPr lang="en-US" sz="1300" kern="1200" dirty="0" err="1"/>
            <a:t>hồi</a:t>
          </a:r>
          <a:r>
            <a:rPr lang="en-US" sz="1300" kern="1200" dirty="0"/>
            <a:t> </a:t>
          </a:r>
          <a:r>
            <a:rPr lang="en-US" sz="1300" kern="1200" dirty="0" err="1"/>
            <a:t>và</a:t>
          </a:r>
          <a:r>
            <a:rPr lang="en-US" sz="1300" kern="1200" dirty="0"/>
            <a:t> </a:t>
          </a:r>
          <a:r>
            <a:rPr lang="en-US" sz="1300" kern="1200" dirty="0" err="1"/>
            <a:t>gợi</a:t>
          </a:r>
          <a:r>
            <a:rPr lang="en-US" sz="1300" kern="1200" dirty="0"/>
            <a:t> ý </a:t>
          </a:r>
          <a:r>
            <a:rPr lang="en-US" sz="1300" kern="1200" dirty="0" err="1"/>
            <a:t>học</a:t>
          </a:r>
          <a:r>
            <a:rPr lang="en-US" sz="1300" kern="1200" dirty="0"/>
            <a:t> </a:t>
          </a:r>
          <a:r>
            <a:rPr lang="en-US" sz="1300" kern="1200" dirty="0" err="1"/>
            <a:t>tập</a:t>
          </a:r>
          <a:r>
            <a:rPr lang="en-US" sz="1300" kern="1200" dirty="0"/>
            <a:t> </a:t>
          </a:r>
          <a:r>
            <a:rPr lang="en-US" sz="1300" kern="1200" dirty="0" err="1"/>
            <a:t>từ</a:t>
          </a:r>
          <a:r>
            <a:rPr lang="en-US" sz="1300" kern="1200" dirty="0"/>
            <a:t> AI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Theo </a:t>
          </a:r>
          <a:r>
            <a:rPr lang="en-US" sz="1300" kern="1200" dirty="0" err="1"/>
            <a:t>dõi</a:t>
          </a:r>
          <a:r>
            <a:rPr lang="en-US" sz="1300" kern="1200" dirty="0"/>
            <a:t> </a:t>
          </a:r>
          <a:r>
            <a:rPr lang="en-US" sz="1300" kern="1200" dirty="0" err="1"/>
            <a:t>tiến</a:t>
          </a:r>
          <a:r>
            <a:rPr lang="en-US" sz="1300" kern="1200" dirty="0"/>
            <a:t> </a:t>
          </a:r>
          <a:r>
            <a:rPr lang="en-US" sz="1300" kern="1200" dirty="0" err="1"/>
            <a:t>bộ</a:t>
          </a:r>
          <a:r>
            <a:rPr lang="en-US" sz="1300" kern="1200" dirty="0"/>
            <a:t> qua </a:t>
          </a:r>
          <a:r>
            <a:rPr lang="en-US" sz="1300" kern="1200" dirty="0" err="1"/>
            <a:t>từng</a:t>
          </a:r>
          <a:r>
            <a:rPr lang="en-US" sz="1300" kern="1200" dirty="0"/>
            <a:t> </a:t>
          </a:r>
          <a:r>
            <a:rPr lang="en-US" sz="1300" kern="1200" dirty="0" err="1"/>
            <a:t>giai</a:t>
          </a:r>
          <a:r>
            <a:rPr lang="en-US" sz="1300" kern="1200" dirty="0"/>
            <a:t> </a:t>
          </a:r>
          <a:r>
            <a:rPr lang="en-US" sz="1300" kern="1200" dirty="0" err="1"/>
            <a:t>đoạn</a:t>
          </a:r>
          <a:endParaRPr lang="en-US" sz="1300" kern="1200" dirty="0"/>
        </a:p>
      </dsp:txBody>
      <dsp:txXfrm>
        <a:off x="0" y="1662849"/>
        <a:ext cx="3392129" cy="820996"/>
      </dsp:txXfrm>
    </dsp:sp>
    <dsp:sp modelId="{391546D7-94FC-4E7A-9FBF-430708890EB9}">
      <dsp:nvSpPr>
        <dsp:cNvPr id="0" name=""/>
        <dsp:cNvSpPr/>
      </dsp:nvSpPr>
      <dsp:spPr>
        <a:xfrm>
          <a:off x="881953" y="2504367"/>
          <a:ext cx="2510175" cy="4104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26670" rIns="26670" bIns="26670" numCol="1" spcCol="1270" anchor="b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>
        <a:off x="881953" y="2504367"/>
        <a:ext cx="2510175" cy="410436"/>
      </dsp:txXfrm>
    </dsp:sp>
    <dsp:sp modelId="{1F223505-7BA9-4C2B-AE88-18DF27B3B77B}">
      <dsp:nvSpPr>
        <dsp:cNvPr id="0" name=""/>
        <dsp:cNvSpPr/>
      </dsp:nvSpPr>
      <dsp:spPr>
        <a:xfrm>
          <a:off x="0" y="2504367"/>
          <a:ext cx="881953" cy="410436"/>
        </a:xfrm>
        <a:prstGeom prst="round2SameRect">
          <a:avLst>
            <a:gd name="adj1" fmla="val 16670"/>
            <a:gd name="adj2" fmla="val 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vi-VN" sz="1400" kern="1200" dirty="0"/>
            <a:t>Quản trị</a:t>
          </a:r>
          <a:endParaRPr lang="en-US" sz="1400" kern="1200" dirty="0"/>
        </a:p>
      </dsp:txBody>
      <dsp:txXfrm>
        <a:off x="20039" y="2524406"/>
        <a:ext cx="841875" cy="390397"/>
      </dsp:txXfrm>
    </dsp:sp>
    <dsp:sp modelId="{6027F27F-6D09-4670-AC71-4B66C83B0607}">
      <dsp:nvSpPr>
        <dsp:cNvPr id="0" name=""/>
        <dsp:cNvSpPr/>
      </dsp:nvSpPr>
      <dsp:spPr>
        <a:xfrm>
          <a:off x="0" y="2914804"/>
          <a:ext cx="3392129" cy="8209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22860" rIns="22860" bIns="22860" numCol="1" spcCol="1270" anchor="t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 dirty="0" err="1"/>
            <a:t>Quản</a:t>
          </a:r>
          <a:r>
            <a:rPr lang="en-US" sz="1200" kern="1200" dirty="0"/>
            <a:t> </a:t>
          </a:r>
          <a:r>
            <a:rPr lang="en-US" sz="1200" kern="1200" dirty="0" err="1"/>
            <a:t>lý</a:t>
          </a:r>
          <a:r>
            <a:rPr lang="en-US" sz="1200" kern="1200" dirty="0"/>
            <a:t> </a:t>
          </a:r>
          <a:r>
            <a:rPr lang="en-US" sz="1200" kern="1200" dirty="0" err="1"/>
            <a:t>tệp</a:t>
          </a:r>
          <a:r>
            <a:rPr lang="en-US" sz="1200" kern="1200" dirty="0"/>
            <a:t> </a:t>
          </a:r>
          <a:r>
            <a:rPr lang="en-US" sz="1200" kern="1200" dirty="0" err="1"/>
            <a:t>dữ</a:t>
          </a:r>
          <a:r>
            <a:rPr lang="en-US" sz="1200" kern="1200" dirty="0"/>
            <a:t> </a:t>
          </a:r>
          <a:r>
            <a:rPr lang="en-US" sz="1200" kern="1200" dirty="0" err="1"/>
            <a:t>liệu</a:t>
          </a:r>
          <a:r>
            <a:rPr lang="en-US" sz="1200" kern="1200" dirty="0"/>
            <a:t> </a:t>
          </a:r>
          <a:r>
            <a:rPr lang="en-US" sz="1200" kern="1200" dirty="0" err="1"/>
            <a:t>học</a:t>
          </a:r>
          <a:r>
            <a:rPr lang="en-US" sz="1200" kern="1200" dirty="0"/>
            <a:t> </a:t>
          </a:r>
          <a:r>
            <a:rPr lang="en-US" sz="1200" kern="1200" dirty="0" err="1"/>
            <a:t>tập</a:t>
          </a:r>
          <a:r>
            <a:rPr lang="en-US" sz="1200" kern="1200" dirty="0"/>
            <a:t> </a:t>
          </a:r>
          <a:r>
            <a:rPr lang="en-US" sz="1200" kern="1200" dirty="0" err="1"/>
            <a:t>theo</a:t>
          </a:r>
          <a:r>
            <a:rPr lang="en-US" sz="1200" kern="1200" dirty="0"/>
            <a:t> </a:t>
          </a:r>
          <a:r>
            <a:rPr lang="en-US" sz="1200" kern="1200" dirty="0" err="1"/>
            <a:t>khu</a:t>
          </a:r>
          <a:r>
            <a:rPr lang="en-US" sz="1200" kern="1200" dirty="0"/>
            <a:t> </a:t>
          </a:r>
          <a:r>
            <a:rPr lang="en-US" sz="1200" kern="1200" dirty="0" err="1"/>
            <a:t>vực</a:t>
          </a:r>
          <a:endParaRPr lang="en-US" sz="1200" kern="1200" dirty="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vi-VN" sz="1200" kern="1200" dirty="0"/>
            <a:t>Tổng hợp, thống kê và so sánh kết quả các trường</a:t>
          </a:r>
          <a:endParaRPr lang="en-US" sz="1200" kern="1200" dirty="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 dirty="0"/>
            <a:t>Sinh </a:t>
          </a:r>
          <a:r>
            <a:rPr lang="en-US" sz="1200" kern="1200" dirty="0" err="1"/>
            <a:t>báo</a:t>
          </a:r>
          <a:r>
            <a:rPr lang="en-US" sz="1200" kern="1200" dirty="0"/>
            <a:t> </a:t>
          </a:r>
          <a:r>
            <a:rPr lang="en-US" sz="1200" kern="1200" dirty="0" err="1"/>
            <a:t>cáo</a:t>
          </a:r>
          <a:r>
            <a:rPr lang="en-US" sz="1200" kern="1200" dirty="0"/>
            <a:t> </a:t>
          </a:r>
          <a:r>
            <a:rPr lang="en-US" sz="1200" kern="1200" dirty="0" err="1"/>
            <a:t>tổng</a:t>
          </a:r>
          <a:r>
            <a:rPr lang="en-US" sz="1200" kern="1200" dirty="0"/>
            <a:t> </a:t>
          </a:r>
          <a:r>
            <a:rPr lang="en-US" sz="1200" kern="1200" dirty="0" err="1"/>
            <a:t>hợp</a:t>
          </a:r>
          <a:r>
            <a:rPr lang="en-US" sz="1200" kern="1200" dirty="0"/>
            <a:t> </a:t>
          </a:r>
          <a:r>
            <a:rPr lang="en-US" sz="1200" kern="1200" dirty="0" err="1"/>
            <a:t>và</a:t>
          </a:r>
          <a:r>
            <a:rPr lang="en-US" sz="1200" kern="1200" dirty="0"/>
            <a:t> </a:t>
          </a:r>
          <a:r>
            <a:rPr lang="en-US" sz="1200" kern="1200" dirty="0" err="1"/>
            <a:t>xuất</a:t>
          </a:r>
          <a:r>
            <a:rPr lang="en-US" sz="1200" kern="1200" dirty="0"/>
            <a:t> </a:t>
          </a:r>
          <a:r>
            <a:rPr lang="en-US" sz="1200" kern="1200" dirty="0" err="1"/>
            <a:t>báo</a:t>
          </a:r>
          <a:r>
            <a:rPr lang="en-US" sz="1200" kern="1200" dirty="0"/>
            <a:t> </a:t>
          </a:r>
          <a:r>
            <a:rPr lang="en-US" sz="1200" kern="1200" dirty="0" err="1"/>
            <a:t>cáo</a:t>
          </a:r>
          <a:r>
            <a:rPr lang="en-US" sz="1200" kern="1200" dirty="0"/>
            <a:t> </a:t>
          </a:r>
          <a:r>
            <a:rPr lang="en-US" sz="1200" kern="1200" dirty="0" err="1"/>
            <a:t>định</a:t>
          </a:r>
          <a:r>
            <a:rPr lang="en-US" sz="1200" kern="1200" dirty="0"/>
            <a:t> </a:t>
          </a:r>
          <a:r>
            <a:rPr lang="en-US" sz="1200" kern="1200" dirty="0" err="1"/>
            <a:t>dạng</a:t>
          </a:r>
          <a:r>
            <a:rPr lang="en-US" sz="1200" kern="1200" dirty="0"/>
            <a:t> Docs</a:t>
          </a:r>
        </a:p>
      </dsp:txBody>
      <dsp:txXfrm>
        <a:off x="0" y="2914804"/>
        <a:ext cx="3392129" cy="82099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A748928-11B6-4F3E-BBB4-1434FB968259}">
      <dsp:nvSpPr>
        <dsp:cNvPr id="0" name=""/>
        <dsp:cNvSpPr/>
      </dsp:nvSpPr>
      <dsp:spPr>
        <a:xfrm>
          <a:off x="-3836975" y="-589269"/>
          <a:ext cx="4573126" cy="4573126"/>
        </a:xfrm>
        <a:prstGeom prst="blockArc">
          <a:avLst>
            <a:gd name="adj1" fmla="val 18900000"/>
            <a:gd name="adj2" fmla="val 2700000"/>
            <a:gd name="adj3" fmla="val 472"/>
          </a:avLst>
        </a:pr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96495F5-A832-4DBF-BC4D-4BD31CC67F1A}">
      <dsp:nvSpPr>
        <dsp:cNvPr id="0" name=""/>
        <dsp:cNvSpPr/>
      </dsp:nvSpPr>
      <dsp:spPr>
        <a:xfrm>
          <a:off x="359080" y="188986"/>
          <a:ext cx="4067053" cy="424459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36915" tIns="30480" rIns="30480" bIns="3048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 dirty="0">
              <a:solidFill>
                <a:schemeClr val="tx1"/>
              </a:solidFill>
            </a:rPr>
            <a:t>Upload </a:t>
          </a:r>
          <a:r>
            <a:rPr lang="en-US" sz="1200" b="1" kern="1200" dirty="0" err="1">
              <a:solidFill>
                <a:schemeClr val="tx1"/>
              </a:solidFill>
            </a:rPr>
            <a:t>dữ</a:t>
          </a:r>
          <a:r>
            <a:rPr lang="en-US" sz="1200" b="1" kern="1200" dirty="0">
              <a:solidFill>
                <a:schemeClr val="tx1"/>
              </a:solidFill>
            </a:rPr>
            <a:t> </a:t>
          </a:r>
          <a:r>
            <a:rPr lang="en-US" sz="1200" b="1" kern="1200" dirty="0" err="1">
              <a:solidFill>
                <a:schemeClr val="tx1"/>
              </a:solidFill>
            </a:rPr>
            <a:t>liệu</a:t>
          </a:r>
          <a:r>
            <a:rPr lang="en-US" sz="1200" b="1" kern="1200" dirty="0">
              <a:solidFill>
                <a:schemeClr val="tx1"/>
              </a:solidFill>
            </a:rPr>
            <a:t>:</a:t>
          </a:r>
          <a:r>
            <a:rPr lang="vi-VN" sz="1200" b="1" kern="1200" dirty="0">
              <a:solidFill>
                <a:schemeClr val="tx1"/>
              </a:solidFill>
            </a:rPr>
            <a:t> Nhập dữ liệu Excel/ </a:t>
          </a:r>
          <a:r>
            <a:rPr lang="vi-VN" sz="1200" b="1" kern="1200" dirty="0" err="1">
              <a:solidFill>
                <a:schemeClr val="tx1"/>
              </a:solidFill>
            </a:rPr>
            <a:t>Sheets</a:t>
          </a:r>
          <a:r>
            <a:rPr lang="vi-VN" sz="1200" b="1" kern="1200" dirty="0">
              <a:solidFill>
                <a:schemeClr val="tx1"/>
              </a:solidFill>
            </a:rPr>
            <a:t> từ </a:t>
          </a:r>
          <a:r>
            <a:rPr lang="vi-VN" sz="1200" b="1" kern="1200" dirty="0" err="1">
              <a:solidFill>
                <a:schemeClr val="tx1"/>
              </a:solidFill>
            </a:rPr>
            <a:t>Onluyen</a:t>
          </a:r>
          <a:r>
            <a:rPr lang="vi-VN" sz="1200" b="1" kern="1200" dirty="0">
              <a:solidFill>
                <a:schemeClr val="tx1"/>
              </a:solidFill>
            </a:rPr>
            <a:t>  </a:t>
          </a:r>
          <a:endParaRPr lang="en-US" sz="1200" kern="1200" dirty="0">
            <a:solidFill>
              <a:schemeClr val="tx1"/>
            </a:solidFill>
          </a:endParaRPr>
        </a:p>
      </dsp:txBody>
      <dsp:txXfrm>
        <a:off x="359080" y="188986"/>
        <a:ext cx="4067053" cy="424459"/>
      </dsp:txXfrm>
    </dsp:sp>
    <dsp:sp modelId="{EDDD6E67-7263-4395-BB36-3130EE311EA3}">
      <dsp:nvSpPr>
        <dsp:cNvPr id="0" name=""/>
        <dsp:cNvSpPr/>
      </dsp:nvSpPr>
      <dsp:spPr>
        <a:xfrm>
          <a:off x="57393" y="159036"/>
          <a:ext cx="530574" cy="530574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2202149-E5A6-4F53-AE1F-B9168962E966}">
      <dsp:nvSpPr>
        <dsp:cNvPr id="0" name=""/>
        <dsp:cNvSpPr/>
      </dsp:nvSpPr>
      <dsp:spPr>
        <a:xfrm>
          <a:off x="626835" y="848579"/>
          <a:ext cx="3762898" cy="424459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36915" tIns="30480" rIns="30480" bIns="3048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 dirty="0" err="1">
              <a:solidFill>
                <a:schemeClr val="tx1"/>
              </a:solidFill>
            </a:rPr>
            <a:t>Phân</a:t>
          </a:r>
          <a:r>
            <a:rPr lang="en-US" sz="1200" b="1" kern="1200" dirty="0">
              <a:solidFill>
                <a:schemeClr val="tx1"/>
              </a:solidFill>
            </a:rPr>
            <a:t> </a:t>
          </a:r>
          <a:r>
            <a:rPr lang="en-US" sz="1200" b="1" kern="1200" dirty="0" err="1">
              <a:solidFill>
                <a:schemeClr val="tx1"/>
              </a:solidFill>
            </a:rPr>
            <a:t>tích</a:t>
          </a:r>
          <a:r>
            <a:rPr lang="en-US" sz="1200" b="1" kern="1200" dirty="0">
              <a:solidFill>
                <a:schemeClr val="tx1"/>
              </a:solidFill>
            </a:rPr>
            <a:t> </a:t>
          </a:r>
          <a:r>
            <a:rPr lang="en-US" sz="1200" b="1" kern="1200" dirty="0" err="1">
              <a:solidFill>
                <a:schemeClr val="tx1"/>
              </a:solidFill>
            </a:rPr>
            <a:t>dữ</a:t>
          </a:r>
          <a:r>
            <a:rPr lang="en-US" sz="1200" b="1" kern="1200" dirty="0">
              <a:solidFill>
                <a:schemeClr val="tx1"/>
              </a:solidFill>
            </a:rPr>
            <a:t> </a:t>
          </a:r>
          <a:r>
            <a:rPr lang="en-US" sz="1200" b="1" kern="1200" dirty="0" err="1">
              <a:solidFill>
                <a:schemeClr val="tx1"/>
              </a:solidFill>
            </a:rPr>
            <a:t>liệu</a:t>
          </a:r>
          <a:r>
            <a:rPr lang="en-US" sz="1200" b="1" kern="1200" dirty="0">
              <a:solidFill>
                <a:schemeClr val="tx1"/>
              </a:solidFill>
            </a:rPr>
            <a:t>:</a:t>
          </a:r>
          <a:r>
            <a:rPr lang="vi-VN" sz="1200" b="1" kern="1200" dirty="0">
              <a:solidFill>
                <a:schemeClr val="tx1"/>
              </a:solidFill>
            </a:rPr>
            <a:t> Tính toán, chuẩn hóa và tạo bảng thống kê</a:t>
          </a:r>
          <a:endParaRPr lang="en-US" sz="1200" kern="1200" dirty="0">
            <a:solidFill>
              <a:schemeClr val="tx1"/>
            </a:solidFill>
          </a:endParaRPr>
        </a:p>
      </dsp:txBody>
      <dsp:txXfrm>
        <a:off x="626835" y="848579"/>
        <a:ext cx="3762898" cy="424459"/>
      </dsp:txXfrm>
    </dsp:sp>
    <dsp:sp modelId="{B48FF24B-5282-46C3-934E-E65A7F43E9DB}">
      <dsp:nvSpPr>
        <dsp:cNvPr id="0" name=""/>
        <dsp:cNvSpPr/>
      </dsp:nvSpPr>
      <dsp:spPr>
        <a:xfrm>
          <a:off x="361548" y="795521"/>
          <a:ext cx="530574" cy="530574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C253D3A-943B-4EF7-80BB-31D7C0327EC2}">
      <dsp:nvSpPr>
        <dsp:cNvPr id="0" name=""/>
        <dsp:cNvSpPr/>
      </dsp:nvSpPr>
      <dsp:spPr>
        <a:xfrm>
          <a:off x="720186" y="1485064"/>
          <a:ext cx="3669547" cy="424459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36915" tIns="30480" rIns="30480" bIns="3048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vi-VN" sz="1200" b="1" kern="1200" dirty="0">
              <a:solidFill>
                <a:schemeClr val="tx1"/>
              </a:solidFill>
            </a:rPr>
            <a:t>Sinh nhật xét </a:t>
          </a:r>
          <a:r>
            <a:rPr lang="vi-VN" sz="1200" b="1" kern="1200" dirty="0" err="1">
              <a:solidFill>
                <a:schemeClr val="tx1"/>
              </a:solidFill>
            </a:rPr>
            <a:t>Al</a:t>
          </a:r>
          <a:r>
            <a:rPr lang="vi-VN" sz="1200" b="1" kern="1200" dirty="0">
              <a:solidFill>
                <a:schemeClr val="tx1"/>
              </a:solidFill>
            </a:rPr>
            <a:t>: Sinh tự theo từng trường</a:t>
          </a:r>
          <a:endParaRPr lang="en-US" sz="1200" b="1" kern="1200" dirty="0">
            <a:solidFill>
              <a:schemeClr val="tx1"/>
            </a:solidFill>
          </a:endParaRPr>
        </a:p>
      </dsp:txBody>
      <dsp:txXfrm>
        <a:off x="720186" y="1485064"/>
        <a:ext cx="3669547" cy="424459"/>
      </dsp:txXfrm>
    </dsp:sp>
    <dsp:sp modelId="{43C41C02-822C-4801-BC78-AF43E1BEDE52}">
      <dsp:nvSpPr>
        <dsp:cNvPr id="0" name=""/>
        <dsp:cNvSpPr/>
      </dsp:nvSpPr>
      <dsp:spPr>
        <a:xfrm>
          <a:off x="454899" y="1432006"/>
          <a:ext cx="530574" cy="530574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22252CE-5E5A-4A2C-AA48-A90ACA5B6A89}">
      <dsp:nvSpPr>
        <dsp:cNvPr id="0" name=""/>
        <dsp:cNvSpPr/>
      </dsp:nvSpPr>
      <dsp:spPr>
        <a:xfrm>
          <a:off x="626835" y="2121549"/>
          <a:ext cx="3762898" cy="424459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36915" tIns="30480" rIns="30480" bIns="3048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vi-VN" sz="1200" kern="1200" dirty="0"/>
            <a:t>Tạo báo cáo </a:t>
          </a:r>
          <a:r>
            <a:rPr lang="vi-VN" sz="1200" kern="1200" dirty="0" err="1"/>
            <a:t>Docs</a:t>
          </a:r>
          <a:r>
            <a:rPr lang="vi-VN" sz="1200" kern="1200" dirty="0"/>
            <a:t>: Xuất báo cáo định dạng sẵn qua </a:t>
          </a:r>
          <a:r>
            <a:rPr lang="vi-VN" sz="1200" kern="1200" dirty="0" err="1"/>
            <a:t>Google</a:t>
          </a:r>
          <a:r>
            <a:rPr lang="vi-VN" sz="1200" kern="1200" dirty="0"/>
            <a:t> </a:t>
          </a:r>
          <a:r>
            <a:rPr lang="vi-VN" sz="1200" kern="1200" dirty="0" err="1"/>
            <a:t>Docs</a:t>
          </a:r>
          <a:endParaRPr lang="en-US" sz="1200" kern="1200" dirty="0"/>
        </a:p>
      </dsp:txBody>
      <dsp:txXfrm>
        <a:off x="626835" y="2121549"/>
        <a:ext cx="3762898" cy="424459"/>
      </dsp:txXfrm>
    </dsp:sp>
    <dsp:sp modelId="{5DD3E00D-0149-4EA6-841D-32966DFE9B83}">
      <dsp:nvSpPr>
        <dsp:cNvPr id="0" name=""/>
        <dsp:cNvSpPr/>
      </dsp:nvSpPr>
      <dsp:spPr>
        <a:xfrm>
          <a:off x="361548" y="2068492"/>
          <a:ext cx="530574" cy="530574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BD5E75D-FEF9-4C3D-B413-E605DEF2AEA4}">
      <dsp:nvSpPr>
        <dsp:cNvPr id="0" name=""/>
        <dsp:cNvSpPr/>
      </dsp:nvSpPr>
      <dsp:spPr>
        <a:xfrm>
          <a:off x="322680" y="2758034"/>
          <a:ext cx="4067053" cy="424459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36915" tIns="30480" rIns="30480" bIns="3048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vi-VN" sz="1200" kern="1200" dirty="0"/>
            <a:t>So sánh giai đoạn: Đối chiếu kết quả của GD1 và GD2</a:t>
          </a:r>
          <a:endParaRPr lang="en-US" sz="1200" kern="1200" dirty="0"/>
        </a:p>
      </dsp:txBody>
      <dsp:txXfrm>
        <a:off x="322680" y="2758034"/>
        <a:ext cx="4067053" cy="424459"/>
      </dsp:txXfrm>
    </dsp:sp>
    <dsp:sp modelId="{F3E48C66-8D89-4F28-966F-BE0EFBF78B5B}">
      <dsp:nvSpPr>
        <dsp:cNvPr id="0" name=""/>
        <dsp:cNvSpPr/>
      </dsp:nvSpPr>
      <dsp:spPr>
        <a:xfrm>
          <a:off x="57393" y="2704977"/>
          <a:ext cx="530574" cy="530574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46AD0B9-FD94-471A-8B33-20CAFC79BA03}">
      <dsp:nvSpPr>
        <dsp:cNvPr id="0" name=""/>
        <dsp:cNvSpPr/>
      </dsp:nvSpPr>
      <dsp:spPr>
        <a:xfrm>
          <a:off x="226624" y="0"/>
          <a:ext cx="1752705" cy="2133600"/>
        </a:xfrm>
        <a:prstGeom prst="triangl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0F153FA-731E-40B0-BC0B-37DE83E76F0E}">
      <dsp:nvSpPr>
        <dsp:cNvPr id="0" name=""/>
        <dsp:cNvSpPr/>
      </dsp:nvSpPr>
      <dsp:spPr>
        <a:xfrm>
          <a:off x="876352" y="214505"/>
          <a:ext cx="1139258" cy="505063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vi-VN" sz="1700" kern="1200" dirty="0"/>
            <a:t>Giáo Viên</a:t>
          </a:r>
          <a:endParaRPr lang="en-US" sz="1700" kern="1200" dirty="0"/>
        </a:p>
      </dsp:txBody>
      <dsp:txXfrm>
        <a:off x="901007" y="239160"/>
        <a:ext cx="1089948" cy="455753"/>
      </dsp:txXfrm>
    </dsp:sp>
    <dsp:sp modelId="{4238D2B9-DDD9-40B9-9356-5C5FF6E69852}">
      <dsp:nvSpPr>
        <dsp:cNvPr id="0" name=""/>
        <dsp:cNvSpPr/>
      </dsp:nvSpPr>
      <dsp:spPr>
        <a:xfrm>
          <a:off x="876352" y="782701"/>
          <a:ext cx="1139258" cy="505063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-3379271"/>
              <a:satOff val="-8710"/>
              <a:lumOff val="-5883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vi-VN" sz="1700" kern="1200" dirty="0"/>
            <a:t>Học sinh</a:t>
          </a:r>
          <a:endParaRPr lang="en-US" sz="1700" kern="1200" dirty="0"/>
        </a:p>
      </dsp:txBody>
      <dsp:txXfrm>
        <a:off x="901007" y="807356"/>
        <a:ext cx="1089948" cy="455753"/>
      </dsp:txXfrm>
    </dsp:sp>
    <dsp:sp modelId="{D531C2A4-2EB8-4616-B06E-F8C1E82E1F06}">
      <dsp:nvSpPr>
        <dsp:cNvPr id="0" name=""/>
        <dsp:cNvSpPr/>
      </dsp:nvSpPr>
      <dsp:spPr>
        <a:xfrm>
          <a:off x="876352" y="1350898"/>
          <a:ext cx="1139258" cy="505063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-6758543"/>
              <a:satOff val="-17419"/>
              <a:lumOff val="-1176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vi-VN" sz="1700" kern="1200" dirty="0"/>
            <a:t>Quản trị</a:t>
          </a:r>
          <a:endParaRPr lang="en-US" sz="1700" kern="1200" dirty="0"/>
        </a:p>
      </dsp:txBody>
      <dsp:txXfrm>
        <a:off x="901007" y="1375553"/>
        <a:ext cx="1089948" cy="455753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4813EE9-18E1-4DEC-B15D-A183F34A94C5}">
      <dsp:nvSpPr>
        <dsp:cNvPr id="0" name=""/>
        <dsp:cNvSpPr/>
      </dsp:nvSpPr>
      <dsp:spPr>
        <a:xfrm>
          <a:off x="0" y="0"/>
          <a:ext cx="5984568" cy="1223954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vi-VN" sz="2300" kern="1200" dirty="0"/>
            <a:t>Tầng 1</a:t>
          </a:r>
          <a:endParaRPr lang="en-US" sz="2300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vi-VN" sz="1800" kern="1200" dirty="0"/>
            <a:t>Nhập và chuẩn hóa</a:t>
          </a:r>
          <a:endParaRPr lang="en-US" sz="1800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vi-VN" sz="1800" kern="1200" dirty="0"/>
            <a:t>UI.html -&gt; Upload.gs(</a:t>
          </a:r>
          <a:r>
            <a:rPr lang="vi-VN" sz="1800" kern="1200" dirty="0" err="1"/>
            <a:t>DriveAPI</a:t>
          </a:r>
          <a:r>
            <a:rPr lang="vi-VN" sz="1800" kern="1200" dirty="0"/>
            <a:t>) -&gt; </a:t>
          </a:r>
          <a:r>
            <a:rPr lang="vi-VN" sz="1800" kern="1200" dirty="0" err="1"/>
            <a:t>Sheet</a:t>
          </a:r>
          <a:endParaRPr lang="en-US" sz="1800" kern="1200" dirty="0"/>
        </a:p>
      </dsp:txBody>
      <dsp:txXfrm>
        <a:off x="1319309" y="0"/>
        <a:ext cx="4665258" cy="1223954"/>
      </dsp:txXfrm>
    </dsp:sp>
    <dsp:sp modelId="{2D2C8AB5-3B16-4638-A88D-6B246E41A7D1}">
      <dsp:nvSpPr>
        <dsp:cNvPr id="0" name=""/>
        <dsp:cNvSpPr/>
      </dsp:nvSpPr>
      <dsp:spPr>
        <a:xfrm>
          <a:off x="122395" y="122395"/>
          <a:ext cx="1196913" cy="979163"/>
        </a:xfrm>
        <a:prstGeom prst="roundRect">
          <a:avLst>
            <a:gd name="adj" fmla="val 10000"/>
          </a:avLst>
        </a:prstGeom>
        <a:blipFill rotWithShape="1">
          <a:blip xmlns:r="http://schemas.openxmlformats.org/officeDocument/2006/relationships" r:embed="rId1"/>
          <a:srcRect/>
          <a:stretch>
            <a:fillRect l="-233000" r="-233000"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F52BE3E-392C-4E6B-8F13-A7C0BCEA0090}">
      <dsp:nvSpPr>
        <dsp:cNvPr id="0" name=""/>
        <dsp:cNvSpPr/>
      </dsp:nvSpPr>
      <dsp:spPr>
        <a:xfrm>
          <a:off x="0" y="1346349"/>
          <a:ext cx="5984568" cy="1223954"/>
        </a:xfrm>
        <a:prstGeom prst="roundRect">
          <a:avLst>
            <a:gd name="adj" fmla="val 10000"/>
          </a:avLst>
        </a:prstGeom>
        <a:solidFill>
          <a:schemeClr val="accent2">
            <a:hueOff val="-727682"/>
            <a:satOff val="-41964"/>
            <a:lumOff val="431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vi-VN" sz="2300" kern="1200" dirty="0"/>
            <a:t>Tầng 2</a:t>
          </a:r>
          <a:endParaRPr lang="en-US" sz="2300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vi-VN" sz="1800" kern="1200" dirty="0"/>
            <a:t>Phân tích và tính chỉ số</a:t>
          </a:r>
          <a:endParaRPr lang="en-US" sz="1800" kern="1200" dirty="0"/>
        </a:p>
      </dsp:txBody>
      <dsp:txXfrm>
        <a:off x="1319309" y="1346349"/>
        <a:ext cx="4665258" cy="1223954"/>
      </dsp:txXfrm>
    </dsp:sp>
    <dsp:sp modelId="{D95D7155-DCE5-4AAF-9C3D-98411A73846F}">
      <dsp:nvSpPr>
        <dsp:cNvPr id="0" name=""/>
        <dsp:cNvSpPr/>
      </dsp:nvSpPr>
      <dsp:spPr>
        <a:xfrm>
          <a:off x="122395" y="1468744"/>
          <a:ext cx="1196913" cy="979163"/>
        </a:xfrm>
        <a:prstGeom prst="roundRect">
          <a:avLst>
            <a:gd name="adj" fmla="val 10000"/>
          </a:avLst>
        </a:prstGeom>
        <a:blipFill rotWithShape="1">
          <a:blip xmlns:r="http://schemas.openxmlformats.org/officeDocument/2006/relationships" r:embed="rId2"/>
          <a:srcRect/>
          <a:stretch>
            <a:fillRect l="-51000" r="-51000"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C629A01-1B3B-4D1B-9449-F82C9C9D01C6}">
      <dsp:nvSpPr>
        <dsp:cNvPr id="0" name=""/>
        <dsp:cNvSpPr/>
      </dsp:nvSpPr>
      <dsp:spPr>
        <a:xfrm>
          <a:off x="0" y="2692698"/>
          <a:ext cx="5984568" cy="1223954"/>
        </a:xfrm>
        <a:prstGeom prst="roundRect">
          <a:avLst>
            <a:gd name="adj" fmla="val 10000"/>
          </a:avLst>
        </a:prstGeom>
        <a:solidFill>
          <a:schemeClr val="accent2">
            <a:hueOff val="-1455363"/>
            <a:satOff val="-83928"/>
            <a:lumOff val="862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vi-VN" sz="2300" b="0" kern="1200" dirty="0"/>
            <a:t>Tầng 3</a:t>
          </a:r>
          <a:endParaRPr lang="en-US" sz="2300" b="0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vi-VN" sz="1800" b="0" kern="1200" dirty="0"/>
            <a:t>Nhận xét và báo cáo</a:t>
          </a:r>
          <a:endParaRPr lang="en-US" sz="1800" b="0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b="0" kern="1200" dirty="0">
              <a:latin typeface="Arial" panose="020B0604020202020204" pitchFamily="34" charset="0"/>
              <a:cs typeface="Arial" panose="020B0604020202020204" pitchFamily="34" charset="0"/>
            </a:rPr>
            <a:t>ai.gs → Docs template &amp; </a:t>
          </a:r>
          <a:r>
            <a:rPr lang="en-US" sz="1800" b="0" kern="1200" dirty="0" err="1">
              <a:latin typeface="Arial" panose="020B0604020202020204" pitchFamily="34" charset="0"/>
              <a:cs typeface="Arial" panose="020B0604020202020204" pitchFamily="34" charset="0"/>
            </a:rPr>
            <a:t>báo</a:t>
          </a:r>
          <a:r>
            <a:rPr lang="en-US" sz="1800" b="0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1800" b="0" kern="1200" dirty="0" err="1">
              <a:latin typeface="Arial" panose="020B0604020202020204" pitchFamily="34" charset="0"/>
              <a:cs typeface="Arial" panose="020B0604020202020204" pitchFamily="34" charset="0"/>
            </a:rPr>
            <a:t>cáo</a:t>
          </a:r>
          <a:r>
            <a:rPr lang="en-US" sz="1800" b="0" kern="1200" dirty="0">
              <a:latin typeface="Arial" panose="020B0604020202020204" pitchFamily="34" charset="0"/>
              <a:cs typeface="Arial" panose="020B0604020202020204" pitchFamily="34" charset="0"/>
            </a:rPr>
            <a:t> so </a:t>
          </a:r>
          <a:r>
            <a:rPr lang="en-US" sz="1800" b="0" kern="1200" dirty="0" err="1">
              <a:latin typeface="Arial" panose="020B0604020202020204" pitchFamily="34" charset="0"/>
              <a:cs typeface="Arial" panose="020B0604020202020204" pitchFamily="34" charset="0"/>
            </a:rPr>
            <a:t>sánh</a:t>
          </a:r>
          <a:endParaRPr lang="en-US" sz="1800" b="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1319309" y="2692698"/>
        <a:ext cx="4665258" cy="1223954"/>
      </dsp:txXfrm>
    </dsp:sp>
    <dsp:sp modelId="{55886923-3054-4F36-AF5D-0DA5227A05F2}">
      <dsp:nvSpPr>
        <dsp:cNvPr id="0" name=""/>
        <dsp:cNvSpPr/>
      </dsp:nvSpPr>
      <dsp:spPr>
        <a:xfrm>
          <a:off x="141414" y="2843117"/>
          <a:ext cx="1196913" cy="979163"/>
        </a:xfrm>
        <a:prstGeom prst="roundRect">
          <a:avLst>
            <a:gd name="adj" fmla="val 10000"/>
          </a:avLst>
        </a:prstGeom>
        <a:blipFill rotWithShape="1">
          <a:blip xmlns:r="http://schemas.openxmlformats.org/officeDocument/2006/relationships" r:embed="rId3"/>
          <a:srcRect/>
          <a:stretch>
            <a:fillRect l="-202000" r="-202000"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4A25474-63B4-4430-91D8-C9F708A8FC2C}">
      <dsp:nvSpPr>
        <dsp:cNvPr id="0" name=""/>
        <dsp:cNvSpPr/>
      </dsp:nvSpPr>
      <dsp:spPr>
        <a:xfrm rot="19200000">
          <a:off x="866" y="1278895"/>
          <a:ext cx="1027487" cy="667867"/>
        </a:xfrm>
        <a:prstGeom prst="round2Same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21590" rIns="64770" bIns="2159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vi-VN" sz="1700" kern="1200" dirty="0" err="1"/>
            <a:t>GoogleSheet</a:t>
          </a:r>
          <a:endParaRPr lang="en-US" sz="1700" kern="1200" dirty="0"/>
        </a:p>
      </dsp:txBody>
      <dsp:txXfrm>
        <a:off x="43947" y="1307684"/>
        <a:ext cx="962281" cy="635264"/>
      </dsp:txXfrm>
    </dsp:sp>
    <dsp:sp modelId="{23ED54B0-84DF-4EF3-8934-60D1E64FDD21}">
      <dsp:nvSpPr>
        <dsp:cNvPr id="0" name=""/>
        <dsp:cNvSpPr/>
      </dsp:nvSpPr>
      <dsp:spPr>
        <a:xfrm>
          <a:off x="1164322" y="855432"/>
          <a:ext cx="1027487" cy="667867"/>
        </a:xfrm>
        <a:prstGeom prst="round2SameRect">
          <a:avLst/>
        </a:prstGeom>
        <a:solidFill>
          <a:schemeClr val="accent5">
            <a:hueOff val="-3379271"/>
            <a:satOff val="-8710"/>
            <a:lumOff val="-588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21590" rIns="64770" bIns="2159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vi-VN" sz="1700" kern="1200" dirty="0" err="1"/>
            <a:t>GoogleDocs</a:t>
          </a:r>
          <a:endParaRPr lang="en-US" sz="1700" kern="1200" dirty="0"/>
        </a:p>
      </dsp:txBody>
      <dsp:txXfrm>
        <a:off x="1196925" y="888035"/>
        <a:ext cx="962281" cy="635264"/>
      </dsp:txXfrm>
    </dsp:sp>
    <dsp:sp modelId="{D1C6D827-0EE0-4E0A-8E6D-2B9EE7F63AF3}">
      <dsp:nvSpPr>
        <dsp:cNvPr id="0" name=""/>
        <dsp:cNvSpPr/>
      </dsp:nvSpPr>
      <dsp:spPr>
        <a:xfrm rot="2400000">
          <a:off x="2327778" y="1278895"/>
          <a:ext cx="1027487" cy="667867"/>
        </a:xfrm>
        <a:prstGeom prst="round2SameRect">
          <a:avLst/>
        </a:prstGeom>
        <a:solidFill>
          <a:schemeClr val="accent5">
            <a:hueOff val="-6758543"/>
            <a:satOff val="-17419"/>
            <a:lumOff val="-1176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21590" rIns="64770" bIns="2159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vi-VN" sz="1700" kern="1200" dirty="0" err="1"/>
            <a:t>GoogleDrive</a:t>
          </a:r>
          <a:endParaRPr lang="en-US" sz="1700" kern="1200" dirty="0"/>
        </a:p>
      </dsp:txBody>
      <dsp:txXfrm>
        <a:off x="2349903" y="1307684"/>
        <a:ext cx="962281" cy="63526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1/layout/TabList">
  <dgm:title val="Tab List"/>
  <dgm:desc val="Use to show non-sequential or grouped blocks of information. Works well for lists with a small amount of Level 1 text. The first Level 2 displays next to the Level 1 text  and the remaining Level 2 text appears beneath the Level 1 text."/>
  <dgm:catLst>
    <dgm:cat type="list" pri="4500"/>
    <dgm:cat type="officeonline" pri="110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20">
          <dgm:prSet phldr="1"/>
        </dgm:pt>
        <dgm:pt modelId="21">
          <dgm:prSet phldr="1"/>
        </dgm:pt>
        <dgm:pt modelId="22">
          <dgm:prSet phldr="1"/>
        </dgm:pt>
        <dgm:pt modelId="30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0" srcId="0" destId="10" srcOrd="0" destOrd="0"/>
        <dgm:cxn modelId="41" srcId="10" destId="11" srcOrd="0" destOrd="0"/>
        <dgm:cxn modelId="42" srcId="10" destId="12" srcOrd="0" destOrd="0"/>
        <dgm:cxn modelId="50" srcId="0" destId="20" srcOrd="1" destOrd="0"/>
        <dgm:cxn modelId="51" srcId="20" destId="21" srcOrd="1" destOrd="0"/>
        <dgm:cxn modelId="52" srcId="20" destId="22" srcOrd="1" destOrd="0"/>
        <dgm:cxn modelId="60" srcId="0" destId="30" srcOrd="2" destOrd="0"/>
        <dgm:cxn modelId="61" srcId="30" destId="31" srcOrd="2" destOrd="0"/>
        <dgm:cxn modelId="62" srcId="30" destId="32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30" srcId="0" destId="10" srcOrd="0" destOrd="0"/>
        <dgm:cxn modelId="4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50" srcId="0" destId="10" srcOrd="0" destOrd="0"/>
        <dgm:cxn modelId="60" srcId="0" destId="20" srcOrd="1" destOrd="0"/>
        <dgm:cxn modelId="70" srcId="0" destId="30" srcOrd="2" destOrd="0"/>
        <dgm:cxn modelId="80" srcId="0" destId="40" srcOrd="3" destOrd="0"/>
      </dgm:cxnLst>
      <dgm:bg/>
      <dgm:whole/>
    </dgm:dataModel>
  </dgm:clrData>
  <dgm:layoutNode name="Name0">
    <dgm:varLst>
      <dgm:chMax/>
      <dgm:chPref val="3"/>
      <dgm:dir/>
      <dgm:animOne val="branch"/>
      <dgm:animLvl val="lvl"/>
    </dgm:varLst>
    <dgm:alg type="lin">
      <dgm:param type="linDir" val="fromT"/>
    </dgm:alg>
    <dgm:shape xmlns:r="http://schemas.openxmlformats.org/officeDocument/2006/relationships" r:blip="">
      <dgm:adjLst/>
    </dgm:shape>
    <dgm:constrLst>
      <dgm:constr type="w" for="ch" forName="Child" refType="w"/>
      <dgm:constr type="h" for="ch" forName="Child" refType="h" fact="0.6667"/>
      <dgm:constr type="primFontSz" for="des" forName="Parent" op="equ" val="65"/>
      <dgm:constr type="primFontSz" for="des" forName="Child" op="equ" val="65"/>
      <dgm:constr type="primFontSz" for="des" forName="FirstChild" op="equ" val="65"/>
      <dgm:constr type="primFontSz" for="des" forName="Child" refType="primFontSz" refFor="des" refForName="Parent" op="lte"/>
      <dgm:constr type="primFontSz" for="des" forName="FirstChild" refType="primFontSz" refFor="des" refForName="Parent" op="lte"/>
      <dgm:constr type="primFontSz" for="des" forName="Child" refType="primFontSz" refFor="des" refForName="FirstChild" op="lte"/>
      <dgm:constr type="w" for="ch" forName="composite" refType="w"/>
      <dgm:constr type="h" for="ch" forName="composite" refType="h" fact="0.3333"/>
      <dgm:constr type="sp" refType="h" refFor="ch" refForName="composite" op="equ" fact="0.05"/>
      <dgm:constr type="h" for="ch" forName="sibTrans" refType="h" refFor="ch" refForName="composite" op="equ" fact="0.05"/>
      <dgm:constr type="w" for="ch" forName="sibTrans" refType="h" refFor="ch" refForName="sibTrans" op="equ"/>
    </dgm:constrLst>
    <dgm:forEach name="nodesForEach" axis="ch" ptType="node">
      <dgm:layoutNode name="composite">
        <dgm:alg type="composite"/>
        <dgm:shape xmlns:r="http://schemas.openxmlformats.org/officeDocument/2006/relationships" r:blip="">
          <dgm:adjLst/>
        </dgm:shape>
        <dgm:choose name="Name1">
          <dgm:if name="Name2" func="var" arg="dir" op="equ" val="norm">
            <dgm:constrLst>
              <dgm:constr type="l" for="ch" forName="Accent" refType="w" fact="0"/>
              <dgm:constr type="b" for="ch" forName="Accent" refType="h"/>
              <dgm:constr type="w" for="ch" forName="Accent" refType="w"/>
              <dgm:constr type="h" for="ch" forName="Accent" refType="h" fact="0"/>
              <dgm:constr type="l" for="ch" forName="FirstChild" refType="w" fact="0.26"/>
              <dgm:constr type="t" for="ch" forName="FirstChild" refType="h" fact="0"/>
              <dgm:constr type="w" for="ch" forName="FirstChild" refType="w" fact="0.74"/>
              <dgm:constr type="h" for="ch" forName="FirstChild" refType="h"/>
              <dgm:constr type="l" for="ch" forName="Parent" refType="w" fact="0"/>
              <dgm:constr type="t" for="ch" forName="Parent" refType="h" fact="0"/>
              <dgm:constr type="w" for="ch" forName="Parent" refType="w" fact="0.26"/>
              <dgm:constr type="h" for="ch" forName="Parent" refType="h"/>
            </dgm:constrLst>
          </dgm:if>
          <dgm:else name="Name3">
            <dgm:constrLst>
              <dgm:constr type="l" for="ch" forName="Accent" refType="w" fact="0"/>
              <dgm:constr type="b" for="ch" forName="Accent" refType="h"/>
              <dgm:constr type="w" for="ch" forName="Accent" refType="w"/>
              <dgm:constr type="h" for="ch" forName="Accent" refType="h" fact="0"/>
              <dgm:constr type="r" for="ch" forName="FirstChild" refType="w" fact="0.74"/>
              <dgm:constr type="t" for="ch" forName="FirstChild" refType="h" fact="0"/>
              <dgm:constr type="w" for="ch" forName="FirstChild" refType="w" fact="0.74"/>
              <dgm:constr type="h" for="ch" forName="FirstChild" refType="h"/>
              <dgm:constr type="r" for="ch" forName="Parent" refType="w"/>
              <dgm:constr type="t" for="ch" forName="Parent" refType="h" fact="0"/>
              <dgm:constr type="w" for="ch" forName="Parent" refType="w" fact="0.26"/>
              <dgm:constr type="h" for="ch" forName="Parent" refType="h"/>
            </dgm:constrLst>
          </dgm:else>
        </dgm:choose>
        <dgm:layoutNode name="FirstChild" styleLbl="revTx">
          <dgm:varLst>
            <dgm:chMax val="0"/>
            <dgm:chPref val="0"/>
            <dgm:bulletEnabled val="1"/>
          </dgm:varLst>
          <dgm:choose name="Name4">
            <dgm:if name="Name5" func="var" arg="dir" op="equ" val="norm">
              <dgm:alg type="tx">
                <dgm:param type="parTxLTRAlign" val="l"/>
                <dgm:param type="txAnchorVert" val="b"/>
                <dgm:param type="txAnchorVertCh" val="b"/>
                <dgm:param type="parTxRTLAlign" val="l"/>
              </dgm:alg>
            </dgm:if>
            <dgm:else name="Name6">
              <dgm:alg type="tx">
                <dgm:param type="parTxLTRAlign" val="r"/>
                <dgm:param type="shpTxLTRAlignCh" val="r"/>
                <dgm:param type="txAnchorVert" val="b"/>
                <dgm:param type="txAnchorVertCh" val="b"/>
                <dgm:param type="parTxRTLAlign" val="r"/>
              </dgm:alg>
            </dgm:else>
          </dgm:choose>
          <dgm:shape xmlns:r="http://schemas.openxmlformats.org/officeDocument/2006/relationships" type="rect" r:blip="">
            <dgm:adjLst/>
          </dgm:shape>
          <dgm:choose name="Name7">
            <dgm:if name="Name8" axis="ch" ptType="node" func="cnt" op="gte" val="1">
              <dgm:presOf axis="ch desOrSelf" ptType="node node" st="1 1" cnt="1 0"/>
            </dgm:if>
            <dgm:else name="Name9">
              <dgm:presOf/>
            </dgm:else>
          </dgm:choose>
          <dgm:constrLst>
            <dgm:constr type="lMarg" refType="primFontSz" fact="0.15"/>
            <dgm:constr type="rMarg" refType="primFontSz" fact="0.15"/>
            <dgm:constr type="tMarg" refType="primFontSz" fact="0.15"/>
            <dgm:constr type="bMarg" refType="primFontSz" fact="0.15"/>
          </dgm:constrLst>
          <dgm:ruleLst>
            <dgm:rule type="primFontSz" val="5" fact="NaN" max="NaN"/>
          </dgm:ruleLst>
        </dgm:layoutNode>
        <dgm:layoutNode name="Parent" styleLbl="alignNode1">
          <dgm:varLst>
            <dgm:chMax val="3"/>
            <dgm:chPref val="3"/>
            <dgm:bulletEnabled val="1"/>
          </dgm:varLst>
          <dgm:alg type="tx">
            <dgm:param type="shpTxLTRAlignCh" val="ctr"/>
            <dgm:param type="txAnchorVertCh" val="mid"/>
          </dgm:alg>
          <dgm:shape xmlns:r="http://schemas.openxmlformats.org/officeDocument/2006/relationships" type="round2SameRect" r:blip="">
            <dgm:adjLst>
              <dgm:adj idx="1" val="0.1667"/>
              <dgm:adj idx="2" val="0"/>
            </dgm:adjLst>
          </dgm:shape>
          <dgm:presOf axis="self" ptType="node"/>
          <dgm:constrLst>
            <dgm:constr type="lMarg" refType="primFontSz" fact="0.15"/>
            <dgm:constr type="rMarg" refType="primFontSz" fact="0.15"/>
            <dgm:constr type="tMarg" refType="primFontSz" fact="0.15"/>
            <dgm:constr type="bMarg" refType="primFontSz" fact="0.15"/>
          </dgm:constrLst>
          <dgm:ruleLst>
            <dgm:rule type="primFontSz" val="5" fact="NaN" max="NaN"/>
          </dgm:ruleLst>
        </dgm:layoutNode>
        <dgm:layoutNode name="Accent" styleLbl="parChTrans1D1">
          <dgm:alg type="sp"/>
          <dgm:shape xmlns:r="http://schemas.openxmlformats.org/officeDocument/2006/relationships" type="line" r:blip="" zOrderOff="-99999">
            <dgm:adjLst/>
          </dgm:shape>
          <dgm:presOf/>
        </dgm:layoutNode>
      </dgm:layoutNode>
      <dgm:choose name="Name10">
        <dgm:if name="Name11" axis="ch" ptType="node" st="2" cnt="1" func="cnt" op="gte" val="1">
          <dgm:layoutNode name="Child" styleLbl="revTx">
            <dgm:varLst>
              <dgm:chMax val="0"/>
              <dgm:chPref val="0"/>
              <dgm:bulletEnabled val="1"/>
            </dgm:varLst>
            <dgm:choose name="Name12">
              <dgm:if name="Name13" func="var" arg="dir" op="equ" val="norm">
                <dgm:alg type="tx">
                  <dgm:param type="stBulletLvl" val="1"/>
                  <dgm:param type="parTxLTRAlign" val="l"/>
                  <dgm:param type="parTxRTLAlign" val="l"/>
                  <dgm:param type="txAnchorVert" val="t"/>
                </dgm:alg>
              </dgm:if>
              <dgm:else name="Name14">
                <dgm:alg type="tx">
                  <dgm:param type="stBulletLvl" val="1"/>
                  <dgm:param type="parTxLTRAlign" val="r"/>
                  <dgm:param type="shpTxLTRAlignCh" val="r"/>
                  <dgm:param type="txAnchorVert" val="t"/>
                  <dgm:param type="parTxRTLAlign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ch desOrSelf" ptType="node node" st="2 1" cnt="0 0"/>
            <dgm:constrLst>
              <dgm:constr type="lMarg" refType="primFontSz" fact="0.15"/>
              <dgm:constr type="rMarg" refType="primFontSz" fact="0.15"/>
              <dgm:constr type="tMarg" refType="primFontSz" fact="0.15"/>
              <dgm:constr type="bMarg" refType="primFontSz" fact="0.15"/>
            </dgm:constrLst>
            <dgm:ruleLst>
              <dgm:rule type="primFontSz" val="5" fact="NaN" max="NaN"/>
            </dgm:ruleLst>
          </dgm:layoutNode>
        </dgm:if>
        <dgm:else name="Name15"/>
      </dgm:choos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pyramid2">
  <dgm:title val=""/>
  <dgm:desc val=""/>
  <dgm:catLst>
    <dgm:cat type="pyramid" pri="3000"/>
    <dgm:cat type="list" pri="21000"/>
    <dgm:cat type="convert" pri="17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compositeShape">
    <dgm:alg type="composite"/>
    <dgm:shape xmlns:r="http://schemas.openxmlformats.org/officeDocument/2006/relationships" r:blip="">
      <dgm:adjLst/>
    </dgm:shape>
    <dgm:presOf/>
    <dgm:varLst>
      <dgm:dir/>
      <dgm:resizeHandles/>
    </dgm:varLst>
    <dgm:choose name="Name0">
      <dgm:if name="Name1" func="var" arg="dir" op="equ" val="norm">
        <dgm:constrLst>
          <dgm:constr type="w" for="ch" forName="pyramid" refType="h"/>
          <dgm:constr type="h" for="ch" forName="pyramid" refType="h"/>
          <dgm:constr type="h" for="ch" forName="theList" refType="h" fact="0.8"/>
          <dgm:constr type="w" for="ch" forName="theList" refType="h" fact="0.65"/>
          <dgm:constr type="ctrY" for="ch" forName="theList" refType="h" refFor="ch" refForName="pyramid" fact="0.5"/>
          <dgm:constr type="l" for="ch" forName="theList" refType="w" refFor="ch" refForName="pyramid" fact="0.5"/>
          <dgm:constr type="h" for="des" forName="aSpace" refType="h" fact="0.1"/>
        </dgm:constrLst>
      </dgm:if>
      <dgm:else name="Name2">
        <dgm:constrLst>
          <dgm:constr type="w" for="ch" forName="pyramid" refType="h"/>
          <dgm:constr type="h" for="ch" forName="pyramid" refType="h"/>
          <dgm:constr type="h" for="ch" forName="theList" refType="h" fact="0.8"/>
          <dgm:constr type="w" for="ch" forName="theList" refType="h" fact="0.65"/>
          <dgm:constr type="ctrY" for="ch" forName="theList" refType="h" refFor="ch" refForName="pyramid" fact="0.5"/>
          <dgm:constr type="r" for="ch" forName="theList" refType="w" refFor="ch" refForName="pyramid" fact="0.5"/>
          <dgm:constr type="h" for="des" forName="aSpace" refType="h" fact="0.1"/>
        </dgm:constrLst>
      </dgm:else>
    </dgm:choose>
    <dgm:ruleLst/>
    <dgm:choose name="Name3">
      <dgm:if name="Name4" axis="ch" ptType="node" func="cnt" op="gte" val="1">
        <dgm:layoutNode name="pyramid" styleLbl="node1">
          <dgm:alg type="sp"/>
          <dgm:shape xmlns:r="http://schemas.openxmlformats.org/officeDocument/2006/relationships" type="triangle" r:blip="">
            <dgm:adjLst/>
          </dgm:shape>
          <dgm:presOf/>
          <dgm:constrLst/>
          <dgm:ruleLst/>
        </dgm:layoutNode>
        <dgm:layoutNode name="theList">
          <dgm:alg type="lin">
            <dgm:param type="linDir" val="fromT"/>
          </dgm:alg>
          <dgm:shape xmlns:r="http://schemas.openxmlformats.org/officeDocument/2006/relationships" r:blip="">
            <dgm:adjLst/>
          </dgm:shape>
          <dgm:presOf/>
          <dgm:constrLst>
            <dgm:constr type="w" for="ch" forName="aNode" refType="w"/>
            <dgm:constr type="h" for="ch" forName="aNode" refType="h"/>
            <dgm:constr type="primFontSz" for="ch" ptType="node" op="equ"/>
          </dgm:constrLst>
          <dgm:ruleLst/>
          <dgm:forEach name="aNodeForEach" axis="ch" ptType="node">
            <dgm:layoutNode name="aNode" styleLbl="fgAcc1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  <dgm:layoutNode name="a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layoutNode>
      </dgm:if>
      <dgm:else name="Name5"/>
    </dgm:choos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4">
  <dgm:title val=""/>
  <dgm:desc val=""/>
  <dgm:catLst>
    <dgm:cat type="list" pri="13000"/>
    <dgm:cat type="picture" pri="26000"/>
    <dgm:cat type="pictureconvert" pri="26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33" srcId="3" destId="31" srcOrd="0" destOrd="0"/>
        <dgm:cxn modelId="34" srcId="3" destId="32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resizeHandles val="exact"/>
    </dgm:varLst>
    <dgm:alg type="lin">
      <dgm:param type="linDir" val="fromT"/>
      <dgm:param type="vertAlign" val="t"/>
    </dgm:alg>
    <dgm:shape xmlns:r="http://schemas.openxmlformats.org/officeDocument/2006/relationships" r:blip="">
      <dgm:adjLst/>
    </dgm:shape>
    <dgm:presOf/>
    <dgm:constrLst>
      <dgm:constr type="w" for="ch" forName="comp" refType="w"/>
      <dgm:constr type="h" for="ch" forName="comp" refType="h"/>
      <dgm:constr type="h" for="ch" forName="spacer" refType="h" refFor="ch" refForName="comp" op="equ" fact="0.1"/>
      <dgm:constr type="primFontSz" for="des" forName="text" op="equ" val="65"/>
    </dgm:constrLst>
    <dgm:ruleLst/>
    <dgm:forEach name="Name0" axis="ch" ptType="node">
      <dgm:layoutNode name="comp" styleLbl="node1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h" for="ch" forName="box" refType="h"/>
              <dgm:constr type="w" for="ch" forName="box" refType="w"/>
              <dgm:constr type="w" for="ch" forName="img" refType="w" refFor="ch" refForName="box" fact="0.2"/>
              <dgm:constr type="h" for="ch" forName="img" refType="h" refFor="ch" refForName="box" fact="0.8"/>
              <dgm:constr type="t" for="ch" forName="img" refType="h" refFor="ch" refForName="box" fact="0.1"/>
              <dgm:constr type="l" for="ch" forName="img" refType="h" refFor="ch" refForName="box" fact="0.1"/>
              <dgm:constr type="h" for="ch" forName="text" refType="h"/>
              <dgm:constr type="l" for="ch" forName="text" refType="r" refFor="ch" refForName="img"/>
              <dgm:constr type="r" for="ch" forName="text" refType="w"/>
            </dgm:constrLst>
          </dgm:if>
          <dgm:else name="Name3">
            <dgm:constrLst>
              <dgm:constr type="h" for="ch" forName="box" refType="h"/>
              <dgm:constr type="w" for="ch" forName="box" refType="w"/>
              <dgm:constr type="w" for="ch" forName="img" refType="w" refFor="ch" refForName="box" fact="0.2"/>
              <dgm:constr type="h" for="ch" forName="img" refType="h" refFor="ch" refForName="box" fact="0.8"/>
              <dgm:constr type="t" for="ch" forName="img" refType="h" refFor="ch" refForName="box" fact="0.1"/>
              <dgm:constr type="r" for="ch" forName="img" refType="w" refFor="ch" refForName="box"/>
              <dgm:constr type="rOff" for="ch" forName="img" refType="h" refFor="ch" refForName="box" fact="-0.1"/>
              <dgm:constr type="h" for="ch" forName="text" refType="h"/>
              <dgm:constr type="r" for="ch" forName="text" refType="l" refFor="ch" refForName="img"/>
              <dgm:constr type="l" for="ch" forName="text"/>
            </dgm:constrLst>
          </dgm:else>
        </dgm:choose>
        <dgm:ruleLst/>
        <dgm:layoutNode name="box" styleLbl="node1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desOrSelf" ptType="node"/>
          <dgm:constrLst/>
          <dgm:ruleLst/>
        </dgm:layoutNode>
        <dgm:layoutNode name="img" styleLbl="fgImgPlace1">
          <dgm:alg type="sp"/>
          <dgm:shape xmlns:r="http://schemas.openxmlformats.org/officeDocument/2006/relationships" type="roundRect" r:blip="" blipPhldr="1">
            <dgm:adjLst>
              <dgm:adj idx="1" val="0.1"/>
            </dgm:adjLst>
          </dgm:shape>
          <dgm:presOf/>
          <dgm:constrLst/>
          <dgm:ruleLst/>
        </dgm:layoutNode>
        <dgm:layoutNode name="text">
          <dgm:varLst>
            <dgm:bulletEnabled val="1"/>
          </dgm:varLst>
          <dgm:alg type="tx">
            <dgm:param type="parTxLTRAlign" val="l"/>
            <dgm:param type="parTxRTLAlign" val="r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layoutNode>
      <dgm:forEach name="Name4" axis="followSib" ptType="sibTrans" cnt="1">
        <dgm:layoutNode name="spacer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diagrams.loki3.com/TabbedArc+Icon">
  <dgm:title val="Tabbed Arc"/>
  <dgm:desc val="Use to show a set of related items arcing over a common area.  Best with small amounts of text."/>
  <dgm:catLst>
    <dgm:cat type="relationship" pri="20500"/>
    <dgm:cat type="officeonline" pri="4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Name0">
    <dgm:varLst>
      <dgm:dir/>
      <dgm:resizeHandles val="exact"/>
    </dgm:varLst>
    <dgm:choose name="Name1">
      <dgm:if name="Name2" axis="ch" ptType="node" func="cnt" op="equ" val="1">
        <dgm:alg type="cycle"/>
      </dgm:if>
      <dgm:else name="Name3">
        <dgm:choose name="Name4">
          <dgm:if name="Name5" axis="ch" ptType="node" func="cnt" op="lte" val="3">
            <dgm:choose name="Name6">
              <dgm:if name="Name7" func="var" arg="dir" op="equ" val="norm">
                <dgm:alg type="cycle">
                  <dgm:param type="stAng" val="-40"/>
                  <dgm:param type="spanAng" val="80"/>
                  <dgm:param type="rotPath" val="alongPath"/>
                </dgm:alg>
              </dgm:if>
              <dgm:else name="Name8">
                <dgm:alg type="cycle">
                  <dgm:param type="stAng" val="40"/>
                  <dgm:param type="spanAng" val="-80"/>
                  <dgm:param type="rotPath" val="alongPath"/>
                </dgm:alg>
              </dgm:else>
            </dgm:choose>
          </dgm:if>
          <dgm:else name="Name9">
            <dgm:choose name="Name10">
              <dgm:if name="Name11" func="var" arg="dir" op="equ" val="norm">
                <dgm:alg type="cycle">
                  <dgm:param type="stAng" val="-60"/>
                  <dgm:param type="spanAng" val="120"/>
                  <dgm:param type="rotPath" val="alongPath"/>
                </dgm:alg>
              </dgm:if>
              <dgm:else name="Name12">
                <dgm:alg type="cycle">
                  <dgm:param type="stAng" val="60"/>
                  <dgm:param type="spanAng" val="-120"/>
                  <dgm:param type="rotPath" val="alongPath"/>
                </dgm:alg>
              </dgm:else>
            </dgm:choose>
          </dgm:else>
        </dgm:choose>
      </dgm:else>
    </dgm:choose>
    <dgm:shape xmlns:r="http://schemas.openxmlformats.org/officeDocument/2006/relationships" r:blip="">
      <dgm:adjLst/>
    </dgm:shape>
    <dgm:presOf/>
    <dgm:choose name="Name13">
      <dgm:if name="Name14" axis="ch" ptType="node" func="cnt" op="equ" val="2">
        <dgm:constrLst>
          <dgm:constr type="w" for="ch" ptType="node" refType="w"/>
          <dgm:constr type="primFontSz" for="ch" ptType="node" op="equ" val="65"/>
          <dgm:constr type="sibSp" refType="w" fact="0.22"/>
        </dgm:constrLst>
      </dgm:if>
      <dgm:else name="Name15">
        <dgm:constrLst>
          <dgm:constr type="w" for="ch" ptType="node" refType="w"/>
          <dgm:constr type="primFontSz" for="ch" ptType="node" op="equ" val="65"/>
          <dgm:constr type="sibSp" refType="w" fact="0.14"/>
        </dgm:constrLst>
      </dgm:else>
    </dgm:choose>
    <dgm:ruleLst/>
    <dgm:forEach name="Name16" axis="ch" ptType="node">
      <dgm:choose name="Name17">
        <dgm:if name="Name18" axis="par ch" ptType="doc node" func="cnt" op="equ" val="1">
          <dgm:layoutNode name="one">
            <dgm:varLst>
              <dgm:bulletEnabled val="1"/>
            </dgm:varLst>
            <dgm:alg type="tx"/>
            <dgm:shape xmlns:r="http://schemas.openxmlformats.org/officeDocument/2006/relationships" type="round2SameRect" r:blip="">
              <dgm:adjLst/>
            </dgm:shape>
            <dgm:presOf axis="desOrSelf" ptType="node"/>
            <dgm:constrLst>
              <dgm:constr type="h" refType="w" fact="0.65"/>
              <dgm:constr type="tMarg" refType="primFontSz" fact="0.1"/>
              <dgm:constr type="bMarg" refType="primFontSz" fact="0.1"/>
              <dgm:constr type="lMarg" refType="primFontSz" fact="0.3"/>
              <dgm:constr type="rMarg" refType="primFontSz" fact="0.3"/>
            </dgm:constrLst>
            <dgm:ruleLst>
              <dgm:rule type="primFontSz" val="5" fact="NaN" max="NaN"/>
            </dgm:ruleLst>
          </dgm:layoutNode>
        </dgm:if>
        <dgm:else name="Name19">
          <dgm:layoutNode name="twoplus">
            <dgm:varLst>
              <dgm:bulletEnabled val="1"/>
            </dgm:varLst>
            <dgm:alg type="tx">
              <dgm:param type="autoTxRot" val="grav"/>
            </dgm:alg>
            <dgm:shape xmlns:r="http://schemas.openxmlformats.org/officeDocument/2006/relationships" type="round2SameRect" r:blip="">
              <dgm:adjLst/>
            </dgm:shape>
            <dgm:presOf axis="desOrSelf" ptType="node"/>
            <dgm:constrLst>
              <dgm:constr type="h" refType="w" fact="0.65"/>
              <dgm:constr type="tMarg" refType="primFontSz" fact="0.1"/>
              <dgm:constr type="bMarg" refType="primFontSz" fact="0.1"/>
              <dgm:constr type="lMarg" refType="primFontSz" fact="0.3"/>
              <dgm:constr type="r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0104B7-8CF4-6143-2F02-47B607B10C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AB068D7-4595-308B-7E85-9413E758E5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3CD11B-F646-C4EB-592D-02EEBA68DF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BBBAF-DD4D-47D8-AF60-BB72FAE2E027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96A4B0-3D8F-35F0-CB9D-C325A8A007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D6D8C2-1C51-ECBF-DBBA-E487749275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70A5B0-51C2-4E36-B230-456447CDD7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17768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E8F034-2005-8F5A-EAB8-3A869B0019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55FE70-5F15-299F-D4F6-A6CFCB5F87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51CCA5-BAA5-CDF6-FCCB-A3851C3E8B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BBBAF-DD4D-47D8-AF60-BB72FAE2E027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2B1159-6B71-A862-98BC-176B55033F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DBEE07-60DB-E594-F1C3-75DD360AC8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70A5B0-51C2-4E36-B230-456447CDD7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80066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8D761E-1D81-E7CF-4806-C819A6C0CC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FCE285-C362-393B-2A87-3D373F5539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92C821-4B01-1FF0-EBC6-6977B997F6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BBBAF-DD4D-47D8-AF60-BB72FAE2E027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7FEE79-6F86-56C2-AFD8-7E572F4D6D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9C9F10-3548-3491-99D3-CA49F08DEC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70A5B0-51C2-4E36-B230-456447CDD7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54605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286F99-88F0-8F36-DB97-261FA43442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9992C1-AC2B-565E-E806-5C12B7D92F5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58490F2-7947-9989-EA15-68CCA85BD2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798FFCB-728B-435E-4798-5442FF3F98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BBBAF-DD4D-47D8-AF60-BB72FAE2E027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CF413A-CEA1-BC25-E629-B47C773362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6FF8A0-6BD9-432A-AA16-5D991523C0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70A5B0-51C2-4E36-B230-456447CDD7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66069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ECEABA-CFF6-7006-EAA7-45E85C2961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4DDEB2-F050-4F58-54C3-8802C33B32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3403D0C-C942-417C-8EE8-76B15CBF1F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77B0F8-0E4A-EA58-C820-1EA44AA6A9A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18D7455-0C38-A3C4-4FB4-C80C3304483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62DA9DD-2342-85CB-C43A-586C32FB18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BBBAF-DD4D-47D8-AF60-BB72FAE2E027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2022781-531F-1B27-21DB-D5DCC28C4D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F955AEC-A6EE-32F7-E29B-3A005C2F9F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70A5B0-51C2-4E36-B230-456447CDD7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26859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B37296-0231-0C0B-5A2F-77A86DE14C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2B1ED93-F143-DB27-81E6-E419E3EF11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BBBAF-DD4D-47D8-AF60-BB72FAE2E027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61D420A-80AE-D231-61DA-93B410C02B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4001DA2-F022-E9D3-3ED0-5C60F0A7A0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70A5B0-51C2-4E36-B230-456447CDD7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47388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E93BC9B-7D96-134F-C6AB-E6B1D3FDBA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BBBAF-DD4D-47D8-AF60-BB72FAE2E027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80251FD-B550-1E9F-9A8D-FC3660330E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8E3B02-02B5-4430-F9DC-8D8D3A3F9B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70A5B0-51C2-4E36-B230-456447CDD7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13478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FFD026-26BD-6FE8-80D1-E06B53712A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FDB223-CE42-3D4C-E83F-BCAADA16BC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48BA8EB-BFA9-D577-FF65-4717014BA6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2F4DA7-B3E0-3035-CF67-68429C104B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BBBAF-DD4D-47D8-AF60-BB72FAE2E027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F7EBA9-7887-C0F8-5DD4-6F87AE59C8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67721A-BC9C-628E-3CAD-4DCA44BB5C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70A5B0-51C2-4E36-B230-456447CDD7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5520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8284F9-62BB-3114-E902-BB85D429C9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881099B-903C-5CE3-02E0-3ABA69268C2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F0DD48-F82E-ED18-8CF2-872B74FDC7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966DE4-FAE4-0FEF-EB78-352B5C5D6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BBBAF-DD4D-47D8-AF60-BB72FAE2E027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E23DA18-8000-1404-1702-74FE850CFF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1C7459-725D-2243-00C5-53FD6445A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70A5B0-51C2-4E36-B230-456447CDD7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79616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E118BB-C2C8-6F19-5520-872D4BD385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460E808-4C77-6C99-A8DD-CB027AC550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6B5014-81BB-8F52-6454-9B3F56C609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BBBAF-DD4D-47D8-AF60-BB72FAE2E027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884F2D-B0E2-3602-FE61-2A0923394F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E74C2C-2886-7AE0-E0AF-AD2DA80550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70A5B0-51C2-4E36-B230-456447CDD7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94371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3E61F8A-99BF-9F07-9E68-10833F10B6D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73F0505-D99A-837E-1326-C28E05A393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F60568-28D3-8F40-2FB2-ABF1C49B2F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BBBAF-DD4D-47D8-AF60-BB72FAE2E027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8C5131-2294-115C-5FBC-B7CAEB4A86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229313-9AA1-DF69-64C8-C156BD397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70A5B0-51C2-4E36-B230-456447CDD7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93331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0D89E9D-F1CE-B42C-35DE-049DEC1B58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FCF310-9814-0792-D54D-18ACBABF8A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4DFA29-6C55-4C23-8CB9-CADF9C318E9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EBBBAF-DD4D-47D8-AF60-BB72FAE2E027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AF18C6-55F3-4727-FFD1-4F28B0877D8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0EF0F7-CDFB-ECF6-DE65-CDCAD9C0B0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70A5B0-51C2-4E36-B230-456447CDD7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28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2.xml"/><Relationship Id="rId13" Type="http://schemas.openxmlformats.org/officeDocument/2006/relationships/image" Target="../media/image4.pn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12" Type="http://schemas.microsoft.com/office/2007/relationships/diagramDrawing" Target="../diagrams/drawing2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1.xml"/><Relationship Id="rId11" Type="http://schemas.openxmlformats.org/officeDocument/2006/relationships/diagramColors" Target="../diagrams/colors2.xml"/><Relationship Id="rId5" Type="http://schemas.openxmlformats.org/officeDocument/2006/relationships/diagramQuickStyle" Target="../diagrams/quickStyle1.xml"/><Relationship Id="rId10" Type="http://schemas.openxmlformats.org/officeDocument/2006/relationships/diagramQuickStyle" Target="../diagrams/quickStyle2.xml"/><Relationship Id="rId4" Type="http://schemas.openxmlformats.org/officeDocument/2006/relationships/diagramLayout" Target="../diagrams/layout1.xml"/><Relationship Id="rId9" Type="http://schemas.openxmlformats.org/officeDocument/2006/relationships/diagramLayout" Target="../diagrams/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4.xml"/><Relationship Id="rId13" Type="http://schemas.openxmlformats.org/officeDocument/2006/relationships/diagramData" Target="../diagrams/data5.xml"/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12" Type="http://schemas.microsoft.com/office/2007/relationships/diagramDrawing" Target="../diagrams/drawing4.xml"/><Relationship Id="rId17" Type="http://schemas.microsoft.com/office/2007/relationships/diagramDrawing" Target="../diagrams/drawing5.xml"/><Relationship Id="rId2" Type="http://schemas.openxmlformats.org/officeDocument/2006/relationships/image" Target="../media/image3.png"/><Relationship Id="rId16" Type="http://schemas.openxmlformats.org/officeDocument/2006/relationships/diagramColors" Target="../diagrams/colors5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11" Type="http://schemas.openxmlformats.org/officeDocument/2006/relationships/diagramColors" Target="../diagrams/colors4.xml"/><Relationship Id="rId5" Type="http://schemas.openxmlformats.org/officeDocument/2006/relationships/diagramQuickStyle" Target="../diagrams/quickStyle3.xml"/><Relationship Id="rId15" Type="http://schemas.openxmlformats.org/officeDocument/2006/relationships/diagramQuickStyle" Target="../diagrams/quickStyle5.xml"/><Relationship Id="rId10" Type="http://schemas.openxmlformats.org/officeDocument/2006/relationships/diagramQuickStyle" Target="../diagrams/quickStyle4.xml"/><Relationship Id="rId4" Type="http://schemas.openxmlformats.org/officeDocument/2006/relationships/diagramLayout" Target="../diagrams/layout3.xml"/><Relationship Id="rId9" Type="http://schemas.openxmlformats.org/officeDocument/2006/relationships/diagramLayout" Target="../diagrams/layout4.xml"/><Relationship Id="rId14" Type="http://schemas.openxmlformats.org/officeDocument/2006/relationships/diagramLayout" Target="../diagrams/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Trường Đại học Đại Nam">
            <a:extLst>
              <a:ext uri="{FF2B5EF4-FFF2-40B4-BE49-F238E27FC236}">
                <a16:creationId xmlns:a16="http://schemas.microsoft.com/office/drawing/2014/main" id="{2629EE14-6CCD-1B5B-BFAF-2D227EF594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DE27A94F-740D-F652-6751-B160A8A38D2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FFC000">
                  <a:alpha val="31000"/>
                </a:srgbClr>
              </a:gs>
              <a:gs pos="100000">
                <a:srgbClr val="002060">
                  <a:alpha val="65000"/>
                </a:srgbClr>
              </a:gs>
            </a:gsLst>
            <a:lin ang="54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2F4790C-208E-1459-F8DC-7F4FBDE06E76}"/>
              </a:ext>
            </a:extLst>
          </p:cNvPr>
          <p:cNvSpPr txBox="1"/>
          <p:nvPr/>
        </p:nvSpPr>
        <p:spPr>
          <a:xfrm>
            <a:off x="3713736" y="2340667"/>
            <a:ext cx="4653147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sz="3500" dirty="0">
                <a:solidFill>
                  <a:schemeClr val="bg1"/>
                </a:solidFill>
                <a:latin typeface="SVN-Indie" pitchFamily="2" charset="0"/>
                <a:ea typeface="Yu Gothic UI Semibold" panose="020B0700000000000000" pitchFamily="34" charset="-128"/>
                <a:cs typeface="Times New Roman" panose="02020603050405020304" pitchFamily="18" charset="0"/>
              </a:rPr>
              <a:t>KHOA CÔNG NGHỆ THÔNG TIN</a:t>
            </a:r>
            <a:endParaRPr lang="en-US" sz="3500" dirty="0">
              <a:solidFill>
                <a:schemeClr val="bg1"/>
              </a:solidFill>
              <a:latin typeface="SVN-Indie" pitchFamily="2" charset="0"/>
              <a:ea typeface="Yu Gothic UI Semibold" panose="020B0700000000000000" pitchFamily="34" charset="-128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33A7CD3-AAA8-9B5A-65FC-C850E07E1E4A}"/>
              </a:ext>
            </a:extLst>
          </p:cNvPr>
          <p:cNvSpPr txBox="1"/>
          <p:nvPr/>
        </p:nvSpPr>
        <p:spPr>
          <a:xfrm>
            <a:off x="2212301" y="5216193"/>
            <a:ext cx="8712275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2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GV hướng dẫn :Th.S.Lê Trung Hiếu -  GV. Nguyễn Thái Khánh </a:t>
            </a:r>
          </a:p>
          <a:p>
            <a:r>
              <a:rPr lang="vi-VN" sz="2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Nhóm thực hiện: Ngô Thị Mừng -  Nguyễn Đình Khánh</a:t>
            </a: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AutoShape 4" descr="Giới Thiệu Trường Đại Học Khoa Học Tự Nhiên Hà Nội - HUS">
            <a:extLst>
              <a:ext uri="{FF2B5EF4-FFF2-40B4-BE49-F238E27FC236}">
                <a16:creationId xmlns:a16="http://schemas.microsoft.com/office/drawing/2014/main" id="{5ED31E3A-6E6A-1F62-18C4-BBC0B6616F8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657139" y="1946590"/>
            <a:ext cx="947178" cy="9471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30" name="Picture 6">
            <a:extLst>
              <a:ext uri="{FF2B5EF4-FFF2-40B4-BE49-F238E27FC236}">
                <a16:creationId xmlns:a16="http://schemas.microsoft.com/office/drawing/2014/main" id="{06803402-A5ED-FD87-33B5-7F64724481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49893" y="371430"/>
            <a:ext cx="2180835" cy="19792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4C6E1DD-0013-A3B4-DA62-A0008D880FF0}"/>
              </a:ext>
            </a:extLst>
          </p:cNvPr>
          <p:cNvSpPr txBox="1"/>
          <p:nvPr/>
        </p:nvSpPr>
        <p:spPr>
          <a:xfrm>
            <a:off x="3778898" y="1881189"/>
            <a:ext cx="5701756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2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endParaRPr lang="en-US" sz="26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A94E749-9C72-7567-35AB-937585186720}"/>
              </a:ext>
            </a:extLst>
          </p:cNvPr>
          <p:cNvSpPr txBox="1"/>
          <p:nvPr/>
        </p:nvSpPr>
        <p:spPr>
          <a:xfrm>
            <a:off x="3587957" y="3448697"/>
            <a:ext cx="4778926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sz="4500" dirty="0">
                <a:solidFill>
                  <a:schemeClr val="bg1"/>
                </a:solidFill>
                <a:latin typeface="SVN-Indie" pitchFamily="2" charset="0"/>
                <a:ea typeface="Yu Gothic UI Semibold" panose="020B0700000000000000" pitchFamily="34" charset="-128"/>
                <a:cs typeface="Times New Roman" panose="02020603050405020304" pitchFamily="18" charset="0"/>
              </a:rPr>
              <a:t>CHUYỂN ĐỔI SỐ</a:t>
            </a:r>
            <a:endParaRPr lang="en-US" sz="4500" dirty="0">
              <a:solidFill>
                <a:schemeClr val="bg1"/>
              </a:solidFill>
              <a:latin typeface="SVN-Indie" pitchFamily="2" charset="0"/>
              <a:ea typeface="Yu Gothic UI Semibold" panose="020B0700000000000000" pitchFamily="34" charset="-128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897001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75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11666CFA-67A5-D6FC-CC39-76F3619292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44128" y="498014"/>
            <a:ext cx="7393859" cy="499961"/>
          </a:xfrm>
        </p:spPr>
        <p:txBody>
          <a:bodyPr>
            <a:noAutofit/>
          </a:bodyPr>
          <a:lstStyle/>
          <a:p>
            <a:r>
              <a:rPr lang="vi-VN" sz="4000" b="1" dirty="0">
                <a:latin typeface="+mj-lt"/>
              </a:rPr>
              <a:t>1. Mô Hình Hệ Thống EDUAI</a:t>
            </a:r>
            <a:endParaRPr lang="en-US" sz="4000" b="1" dirty="0">
              <a:latin typeface="+mj-lt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22A688B-4D0C-8FFF-F3A6-98C4F354A4C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7933" t="4521" r="19916" b="6765"/>
          <a:stretch/>
        </p:blipFill>
        <p:spPr>
          <a:xfrm>
            <a:off x="10540236" y="206476"/>
            <a:ext cx="1209313" cy="1053537"/>
          </a:xfrm>
          <a:prstGeom prst="rect">
            <a:avLst/>
          </a:prstGeom>
        </p:spPr>
      </p:pic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48D618CE-3381-5F2F-B725-002D262EAAE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05160724"/>
              </p:ext>
            </p:extLst>
          </p:nvPr>
        </p:nvGraphicFramePr>
        <p:xfrm>
          <a:off x="786579" y="2301975"/>
          <a:ext cx="3392129" cy="373625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aphicFrame>
        <p:nvGraphicFramePr>
          <p:cNvPr id="8" name="Diagram 7">
            <a:extLst>
              <a:ext uri="{FF2B5EF4-FFF2-40B4-BE49-F238E27FC236}">
                <a16:creationId xmlns:a16="http://schemas.microsoft.com/office/drawing/2014/main" id="{3E6679F2-2E28-3D3F-5E91-9BEE02A1419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41618891"/>
              </p:ext>
            </p:extLst>
          </p:nvPr>
        </p:nvGraphicFramePr>
        <p:xfrm>
          <a:off x="7315201" y="2472811"/>
          <a:ext cx="4434348" cy="33945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  <p:pic>
        <p:nvPicPr>
          <p:cNvPr id="10" name="Picture 9">
            <a:extLst>
              <a:ext uri="{FF2B5EF4-FFF2-40B4-BE49-F238E27FC236}">
                <a16:creationId xmlns:a16="http://schemas.microsoft.com/office/drawing/2014/main" id="{BA67716A-3E58-6516-8FC7-78C1EBDAA297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278166" y="1619543"/>
            <a:ext cx="3037035" cy="2099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67988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A30DD-388F-A3E1-9BFD-011CF78B68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5582265" cy="981894"/>
          </a:xfrm>
        </p:spPr>
        <p:txBody>
          <a:bodyPr>
            <a:normAutofit/>
          </a:bodyPr>
          <a:lstStyle/>
          <a:p>
            <a:r>
              <a:rPr lang="vi-VN" sz="4000" b="1" dirty="0"/>
              <a:t>2. Kiến trúc hệ thống</a:t>
            </a:r>
            <a:endParaRPr lang="en-US" sz="40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3B72154-FD04-0A73-5D46-C0BB023CCCC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7933" t="4521" r="19916" b="6765"/>
          <a:stretch/>
        </p:blipFill>
        <p:spPr>
          <a:xfrm>
            <a:off x="10530404" y="365125"/>
            <a:ext cx="1209313" cy="1053537"/>
          </a:xfrm>
          <a:prstGeom prst="rect">
            <a:avLst/>
          </a:prstGeom>
        </p:spPr>
      </p:pic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C3272EA9-5D56-20C4-6939-292D029CDEF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91975384"/>
              </p:ext>
            </p:extLst>
          </p:nvPr>
        </p:nvGraphicFramePr>
        <p:xfrm>
          <a:off x="216312" y="2526891"/>
          <a:ext cx="2015611" cy="2133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aphicFrame>
        <p:nvGraphicFramePr>
          <p:cNvPr id="7" name="Diagram 6">
            <a:extLst>
              <a:ext uri="{FF2B5EF4-FFF2-40B4-BE49-F238E27FC236}">
                <a16:creationId xmlns:a16="http://schemas.microsoft.com/office/drawing/2014/main" id="{56D430C6-F296-5BA9-C51D-F176A65D087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02761532"/>
              </p:ext>
            </p:extLst>
          </p:nvPr>
        </p:nvGraphicFramePr>
        <p:xfrm>
          <a:off x="2392516" y="1776224"/>
          <a:ext cx="5984568" cy="391665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  <p:graphicFrame>
        <p:nvGraphicFramePr>
          <p:cNvPr id="9" name="Diagram 8">
            <a:extLst>
              <a:ext uri="{FF2B5EF4-FFF2-40B4-BE49-F238E27FC236}">
                <a16:creationId xmlns:a16="http://schemas.microsoft.com/office/drawing/2014/main" id="{AC211B92-36C5-8770-8FEA-9B05598E114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83368839"/>
              </p:ext>
            </p:extLst>
          </p:nvPr>
        </p:nvGraphicFramePr>
        <p:xfrm>
          <a:off x="8537677" y="2202424"/>
          <a:ext cx="3356133" cy="280219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3" r:lo="rId14" r:qs="rId15" r:cs="rId16"/>
          </a:graphicData>
        </a:graphic>
      </p:graphicFrame>
    </p:spTree>
    <p:extLst>
      <p:ext uri="{BB962C8B-B14F-4D97-AF65-F5344CB8AC3E}">
        <p14:creationId xmlns:p14="http://schemas.microsoft.com/office/powerpoint/2010/main" val="16768096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31583E-9050-6581-A5DA-7818012881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vi-VN" sz="4000" b="1" dirty="0"/>
              <a:t>3. Ý nghĩa và Giá trị</a:t>
            </a:r>
            <a:endParaRPr lang="en-US" sz="40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F192198-AC03-4BCF-3909-B552009F8F16}"/>
              </a:ext>
            </a:extLst>
          </p:cNvPr>
          <p:cNvSpPr txBox="1"/>
          <p:nvPr/>
        </p:nvSpPr>
        <p:spPr>
          <a:xfrm>
            <a:off x="661220" y="1690226"/>
            <a:ext cx="3950110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👩‍🎓 </a:t>
            </a:r>
            <a:r>
              <a:rPr lang="vi-VN" b="1" dirty="0"/>
              <a:t>Đối với Học sinh:</a:t>
            </a:r>
          </a:p>
          <a:p>
            <a:r>
              <a:rPr lang="en-US" dirty="0"/>
              <a:t>✅ </a:t>
            </a:r>
            <a:r>
              <a:rPr lang="vi-VN" b="1" dirty="0"/>
              <a:t>Nhận xét tức thời:</a:t>
            </a:r>
            <a:r>
              <a:rPr lang="vi-VN" dirty="0"/>
              <a:t> Học sinh nhận được phản hồi tự động ngay sau khi nộp báo cáo học tập, giúp các em biết được điểm mạnh, điểm yếu để cải thiện.</a:t>
            </a:r>
            <a:br>
              <a:rPr lang="vi-VN" dirty="0"/>
            </a:br>
            <a:r>
              <a:rPr lang="en-US" dirty="0"/>
              <a:t>✅ </a:t>
            </a:r>
            <a:r>
              <a:rPr lang="vi-VN" b="1" dirty="0"/>
              <a:t>Theo dõi tiến bộ học tập:</a:t>
            </a:r>
            <a:r>
              <a:rPr lang="vi-VN" dirty="0"/>
              <a:t> Hệ thống tự động so sánh kết quả giữa các giai đoạn (GD1–GD2), giúp học sinh nhận biết sự tiến bộ của bản thân.</a:t>
            </a:r>
            <a:br>
              <a:rPr lang="vi-VN" dirty="0"/>
            </a:br>
            <a:r>
              <a:rPr lang="en-US" dirty="0"/>
              <a:t>✅ </a:t>
            </a:r>
            <a:r>
              <a:rPr lang="vi-VN" b="1" dirty="0"/>
              <a:t>Tiết kiệm thời gian:</a:t>
            </a:r>
            <a:r>
              <a:rPr lang="vi-VN" dirty="0"/>
              <a:t> Báo cáo được xử lý và tổng hợp tự động trên </a:t>
            </a:r>
            <a:r>
              <a:rPr lang="vi-VN" dirty="0" err="1"/>
              <a:t>Google</a:t>
            </a:r>
            <a:r>
              <a:rPr lang="vi-VN" dirty="0"/>
              <a:t> </a:t>
            </a:r>
            <a:r>
              <a:rPr lang="vi-VN" dirty="0" err="1"/>
              <a:t>Docs</a:t>
            </a:r>
            <a:r>
              <a:rPr lang="vi-VN" dirty="0"/>
              <a:t>, không cần chờ giáo viên phản hồi thủ công.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FD32984-8C77-5403-0196-577C9EB1195C}"/>
              </a:ext>
            </a:extLst>
          </p:cNvPr>
          <p:cNvSpPr txBox="1"/>
          <p:nvPr/>
        </p:nvSpPr>
        <p:spPr>
          <a:xfrm>
            <a:off x="4709653" y="1690688"/>
            <a:ext cx="3795250" cy="42468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👨‍🏫 </a:t>
            </a:r>
            <a:r>
              <a:rPr lang="vi-VN" b="1" dirty="0"/>
              <a:t>Đối với Giáo viên:</a:t>
            </a:r>
          </a:p>
          <a:p>
            <a:r>
              <a:rPr lang="en-US" dirty="0"/>
              <a:t>✅ </a:t>
            </a:r>
            <a:r>
              <a:rPr lang="vi-VN" b="1" dirty="0"/>
              <a:t>Giảm tải khối lượng công việc:</a:t>
            </a:r>
            <a:r>
              <a:rPr lang="vi-VN" dirty="0"/>
              <a:t> Hệ thống tự động phát hiện lỗi, chấm điểm, sinh nhận xét và so sánh báo cáo giúp tiết kiệm thời gian.</a:t>
            </a:r>
            <a:br>
              <a:rPr lang="vi-VN" dirty="0"/>
            </a:br>
            <a:r>
              <a:rPr lang="en-US" dirty="0"/>
              <a:t>✅ </a:t>
            </a:r>
            <a:r>
              <a:rPr lang="vi-VN" b="1" dirty="0"/>
              <a:t>Theo dõi kết quả học sinh:</a:t>
            </a:r>
            <a:r>
              <a:rPr lang="vi-VN" dirty="0"/>
              <a:t> Biểu đồ và bảng thống kê giúp giáo viên theo dõi năng lực học sinh theo từng lớp hoặc học kỳ.</a:t>
            </a:r>
            <a:br>
              <a:rPr lang="vi-VN" dirty="0"/>
            </a:br>
            <a:r>
              <a:rPr lang="en-US" dirty="0"/>
              <a:t>✅ </a:t>
            </a:r>
            <a:r>
              <a:rPr lang="vi-VN" b="1" dirty="0"/>
              <a:t>Tăng độ chính xác:</a:t>
            </a:r>
            <a:r>
              <a:rPr lang="vi-VN" dirty="0"/>
              <a:t> Việc đánh giá dựa trên các chỉ số G, H, C, A, </a:t>
            </a:r>
            <a:r>
              <a:rPr lang="el-GR" dirty="0"/>
              <a:t>ρ, </a:t>
            </a:r>
            <a:r>
              <a:rPr lang="vi-VN" dirty="0"/>
              <a:t>U, </a:t>
            </a:r>
            <a:r>
              <a:rPr lang="el-GR" dirty="0"/>
              <a:t>Δ </a:t>
            </a:r>
            <a:r>
              <a:rPr lang="vi-VN" dirty="0"/>
              <a:t>giúp phản ánh chính xác năng lực, hạn chế sai sót chủ quan.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3EAB531-B858-8CDA-A0DE-EAB8ABACD889}"/>
              </a:ext>
            </a:extLst>
          </p:cNvPr>
          <p:cNvSpPr txBox="1"/>
          <p:nvPr/>
        </p:nvSpPr>
        <p:spPr>
          <a:xfrm>
            <a:off x="8504903" y="1621015"/>
            <a:ext cx="3470788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🏫 </a:t>
            </a:r>
            <a:r>
              <a:rPr lang="vi-VN" b="1" dirty="0"/>
              <a:t>Đối với Nhà trường:</a:t>
            </a:r>
          </a:p>
          <a:p>
            <a:r>
              <a:rPr lang="en-US" dirty="0"/>
              <a:t>✅ </a:t>
            </a:r>
            <a:r>
              <a:rPr lang="vi-VN" b="1" dirty="0"/>
              <a:t>Chuẩn hóa quy trình:</a:t>
            </a:r>
            <a:r>
              <a:rPr lang="vi-VN" dirty="0"/>
              <a:t> Tự động hóa toàn bộ quá trình nhận xét, tổng hợp và so sánh báo cáo học tập.</a:t>
            </a:r>
            <a:br>
              <a:rPr lang="vi-VN" dirty="0"/>
            </a:br>
            <a:r>
              <a:rPr lang="en-US" dirty="0"/>
              <a:t>✅ </a:t>
            </a:r>
            <a:r>
              <a:rPr lang="vi-VN" b="1" dirty="0"/>
              <a:t>Tập trung dữ liệu học tập:</a:t>
            </a:r>
            <a:r>
              <a:rPr lang="vi-VN" dirty="0"/>
              <a:t> Mọi báo cáo được lưu trữ có hệ thống trên </a:t>
            </a:r>
            <a:r>
              <a:rPr lang="vi-VN" dirty="0" err="1"/>
              <a:t>Google</a:t>
            </a:r>
            <a:r>
              <a:rPr lang="vi-VN" dirty="0"/>
              <a:t> </a:t>
            </a:r>
            <a:r>
              <a:rPr lang="vi-VN" dirty="0" err="1"/>
              <a:t>Drive</a:t>
            </a:r>
            <a:r>
              <a:rPr lang="vi-VN" dirty="0"/>
              <a:t>, phân theo trường, khối, và giai đoạn.</a:t>
            </a:r>
            <a:br>
              <a:rPr lang="vi-VN" dirty="0"/>
            </a:br>
            <a:r>
              <a:rPr lang="en-US" dirty="0"/>
              <a:t>✅ </a:t>
            </a:r>
            <a:r>
              <a:rPr lang="vi-VN" b="1" dirty="0"/>
              <a:t>Hỗ trợ quản lý &amp; ra quyết định:</a:t>
            </a:r>
            <a:r>
              <a:rPr lang="vi-VN" dirty="0"/>
              <a:t> Dữ liệu thống kê giúp ban giám hiệu đánh giá hiệu quả giảng dạy và đề xuất điều chỉnh phù hợp.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7844B56-A380-D5ED-689C-6F3D1DE2B9D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7933" t="4521" r="19916" b="6765"/>
          <a:stretch/>
        </p:blipFill>
        <p:spPr>
          <a:xfrm>
            <a:off x="10455432" y="365125"/>
            <a:ext cx="1209313" cy="1053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72826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591</Words>
  <Application>Microsoft Office PowerPoint</Application>
  <PresentationFormat>Widescreen</PresentationFormat>
  <Paragraphs>45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0" baseType="lpstr">
      <vt:lpstr>SVN-Indie</vt:lpstr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2. Kiến trúc hệ thống</vt:lpstr>
      <vt:lpstr>3. Ý nghĩa và Giá trị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1671020330 Lê Phi Trường</dc:creator>
  <cp:lastModifiedBy>1671020330 Lê Phi Trường</cp:lastModifiedBy>
  <cp:revision>2</cp:revision>
  <dcterms:created xsi:type="dcterms:W3CDTF">2025-11-12T20:10:22Z</dcterms:created>
  <dcterms:modified xsi:type="dcterms:W3CDTF">2025-11-12T20:26:01Z</dcterms:modified>
</cp:coreProperties>
</file>